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59" r:id="rId4"/>
    <p:sldId id="260" r:id="rId5"/>
    <p:sldId id="262" r:id="rId6"/>
    <p:sldId id="272" r:id="rId7"/>
    <p:sldId id="263" r:id="rId8"/>
    <p:sldId id="264" r:id="rId9"/>
    <p:sldId id="265" r:id="rId10"/>
    <p:sldId id="266" r:id="rId11"/>
    <p:sldId id="267" r:id="rId12"/>
    <p:sldId id="268" r:id="rId13"/>
    <p:sldId id="271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5144"/>
  </p:normalViewPr>
  <p:slideViewPr>
    <p:cSldViewPr snapToGrid="0">
      <p:cViewPr varScale="1">
        <p:scale>
          <a:sx n="99" d="100"/>
          <a:sy n="99" d="100"/>
        </p:scale>
        <p:origin x="5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00F0AE-73BB-9740-ACD2-D2AD190974FC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A2E299C8-2050-104C-A9E1-F698745AA29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fr-FR" dirty="0"/>
            <a:t>Notion de qualité</a:t>
          </a:r>
          <a:br>
            <a:rPr lang="fr-FR" dirty="0"/>
          </a:br>
          <a:r>
            <a:rPr lang="fr-FR" dirty="0"/>
            <a:t> (harmoniser en mettant des sous-thèmes</a:t>
          </a:r>
        </a:p>
      </dgm:t>
    </dgm:pt>
    <dgm:pt modelId="{EA737EA6-5B9B-6C47-AB9D-ACEE905A3C03}" type="parTrans" cxnId="{08A085AA-6F19-1144-AED5-75AF6302E527}">
      <dgm:prSet/>
      <dgm:spPr/>
      <dgm:t>
        <a:bodyPr/>
        <a:lstStyle/>
        <a:p>
          <a:endParaRPr lang="fr-FR"/>
        </a:p>
      </dgm:t>
    </dgm:pt>
    <dgm:pt modelId="{AB5671D6-2DCC-0649-857F-3AF5D3FD91B0}" type="sibTrans" cxnId="{08A085AA-6F19-1144-AED5-75AF6302E527}">
      <dgm:prSet/>
      <dgm:spPr/>
      <dgm:t>
        <a:bodyPr/>
        <a:lstStyle/>
        <a:p>
          <a:endParaRPr lang="fr-FR"/>
        </a:p>
      </dgm:t>
    </dgm:pt>
    <dgm:pt modelId="{15F8BE78-9F88-154B-A13C-0717D1E740B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fr-FR"/>
            <a:t>Qualité des aliments </a:t>
          </a:r>
          <a:endParaRPr lang="fr-SN"/>
        </a:p>
      </dgm:t>
    </dgm:pt>
    <dgm:pt modelId="{038A80A2-3F9B-C546-A807-80AF2FB67706}" type="parTrans" cxnId="{6435499E-5E70-2F44-99BF-F829CD82E472}">
      <dgm:prSet/>
      <dgm:spPr/>
      <dgm:t>
        <a:bodyPr/>
        <a:lstStyle/>
        <a:p>
          <a:endParaRPr lang="fr-FR"/>
        </a:p>
      </dgm:t>
    </dgm:pt>
    <dgm:pt modelId="{3D831145-493F-6B40-8DBF-D78ED49468EA}" type="sibTrans" cxnId="{6435499E-5E70-2F44-99BF-F829CD82E472}">
      <dgm:prSet/>
      <dgm:spPr/>
      <dgm:t>
        <a:bodyPr/>
        <a:lstStyle/>
        <a:p>
          <a:endParaRPr lang="fr-FR"/>
        </a:p>
      </dgm:t>
    </dgm:pt>
    <dgm:pt modelId="{756036D3-873A-C240-A497-13B4166126A6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- Pourquoi développer la qualité</a:t>
          </a:r>
          <a:endParaRPr lang="fr-SN" dirty="0"/>
        </a:p>
      </dgm:t>
    </dgm:pt>
    <dgm:pt modelId="{94051210-BF08-CD42-9FB1-6970A06E5E23}" type="parTrans" cxnId="{D8E2333C-AE08-AE43-A505-71608A6D0EEA}">
      <dgm:prSet/>
      <dgm:spPr/>
      <dgm:t>
        <a:bodyPr/>
        <a:lstStyle/>
        <a:p>
          <a:endParaRPr lang="fr-FR"/>
        </a:p>
      </dgm:t>
    </dgm:pt>
    <dgm:pt modelId="{7578777A-1E7C-B048-9E2B-B2D7920C5FAD}" type="sibTrans" cxnId="{D8E2333C-AE08-AE43-A505-71608A6D0EEA}">
      <dgm:prSet/>
      <dgm:spPr/>
      <dgm:t>
        <a:bodyPr/>
        <a:lstStyle/>
        <a:p>
          <a:endParaRPr lang="fr-FR"/>
        </a:p>
      </dgm:t>
    </dgm:pt>
    <dgm:pt modelId="{711569A1-91DE-0843-BB33-9438DC0B08B1}">
      <dgm:prSet/>
      <dgm:spPr/>
      <dgm:t>
        <a:bodyPr/>
        <a:lstStyle/>
        <a:p>
          <a:pPr>
            <a:lnSpc>
              <a:spcPct val="100000"/>
            </a:lnSpc>
          </a:pPr>
          <a:endParaRPr lang="fr-FR" dirty="0"/>
        </a:p>
        <a:p>
          <a:pPr>
            <a:lnSpc>
              <a:spcPct val="100000"/>
            </a:lnSpc>
          </a:pPr>
          <a:r>
            <a:rPr lang="fr-FR" dirty="0"/>
            <a:t>- Composantes de la qualité des aliments</a:t>
          </a:r>
          <a:endParaRPr lang="fr-SN" dirty="0"/>
        </a:p>
      </dgm:t>
    </dgm:pt>
    <dgm:pt modelId="{6C2C1002-64D5-464E-8A47-C928F6EBA95D}" type="parTrans" cxnId="{8E34DE9D-A453-6848-8EB3-FAAC893275C9}">
      <dgm:prSet/>
      <dgm:spPr/>
      <dgm:t>
        <a:bodyPr/>
        <a:lstStyle/>
        <a:p>
          <a:endParaRPr lang="fr-FR"/>
        </a:p>
      </dgm:t>
    </dgm:pt>
    <dgm:pt modelId="{C70C4B3A-5E3A-8848-A8C8-0D12350FAB4F}" type="sibTrans" cxnId="{8E34DE9D-A453-6848-8EB3-FAAC893275C9}">
      <dgm:prSet/>
      <dgm:spPr/>
      <dgm:t>
        <a:bodyPr/>
        <a:lstStyle/>
        <a:p>
          <a:endParaRPr lang="fr-FR"/>
        </a:p>
      </dgm:t>
    </dgm:pt>
    <dgm:pt modelId="{888578F5-B821-7645-8689-B8D31F4A2371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- Certification</a:t>
          </a:r>
        </a:p>
      </dgm:t>
    </dgm:pt>
    <dgm:pt modelId="{78D4549F-EC60-A54D-8F0F-CC48907D467A}" type="parTrans" cxnId="{42CFBDB8-59C8-1D40-80DB-897DA062399C}">
      <dgm:prSet/>
      <dgm:spPr/>
      <dgm:t>
        <a:bodyPr/>
        <a:lstStyle/>
        <a:p>
          <a:endParaRPr lang="fr-FR"/>
        </a:p>
      </dgm:t>
    </dgm:pt>
    <dgm:pt modelId="{54A9F3D5-0C19-CC4F-B5B3-67C0B43AC442}" type="sibTrans" cxnId="{42CFBDB8-59C8-1D40-80DB-897DA062399C}">
      <dgm:prSet/>
      <dgm:spPr/>
      <dgm:t>
        <a:bodyPr/>
        <a:lstStyle/>
        <a:p>
          <a:endParaRPr lang="fr-FR"/>
        </a:p>
      </dgm:t>
    </dgm:pt>
    <dgm:pt modelId="{9C5AAE41-7E22-4FC0-A2A7-616B958127A6}" type="pres">
      <dgm:prSet presAssocID="{A900F0AE-73BB-9740-ACD2-D2AD190974FC}" presName="root" presStyleCnt="0">
        <dgm:presLayoutVars>
          <dgm:dir/>
          <dgm:resizeHandles val="exact"/>
        </dgm:presLayoutVars>
      </dgm:prSet>
      <dgm:spPr/>
    </dgm:pt>
    <dgm:pt modelId="{C1EC9003-9480-4E22-8078-489CD0369C29}" type="pres">
      <dgm:prSet presAssocID="{A2E299C8-2050-104C-A9E1-F698745AA291}" presName="compNode" presStyleCnt="0"/>
      <dgm:spPr/>
    </dgm:pt>
    <dgm:pt modelId="{F499E7C5-AE5E-4B71-ABF3-4FEA5576C021}" type="pres">
      <dgm:prSet presAssocID="{A2E299C8-2050-104C-A9E1-F698745AA29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A2A29B6-441B-4A3E-AF59-098A310CB20E}" type="pres">
      <dgm:prSet presAssocID="{A2E299C8-2050-104C-A9E1-F698745AA291}" presName="iconSpace" presStyleCnt="0"/>
      <dgm:spPr/>
    </dgm:pt>
    <dgm:pt modelId="{9350D0DE-C92E-4887-AA99-D1DD7522312E}" type="pres">
      <dgm:prSet presAssocID="{A2E299C8-2050-104C-A9E1-F698745AA291}" presName="parTx" presStyleLbl="revTx" presStyleIdx="0" presStyleCnt="4">
        <dgm:presLayoutVars>
          <dgm:chMax val="0"/>
          <dgm:chPref val="0"/>
        </dgm:presLayoutVars>
      </dgm:prSet>
      <dgm:spPr/>
    </dgm:pt>
    <dgm:pt modelId="{4F8074B9-A83B-42BD-A286-A31BB9967D5E}" type="pres">
      <dgm:prSet presAssocID="{A2E299C8-2050-104C-A9E1-F698745AA291}" presName="txSpace" presStyleCnt="0"/>
      <dgm:spPr/>
    </dgm:pt>
    <dgm:pt modelId="{07876212-57C2-4598-9481-385002BADCD2}" type="pres">
      <dgm:prSet presAssocID="{A2E299C8-2050-104C-A9E1-F698745AA291}" presName="desTx" presStyleLbl="revTx" presStyleIdx="1" presStyleCnt="4">
        <dgm:presLayoutVars/>
      </dgm:prSet>
      <dgm:spPr/>
    </dgm:pt>
    <dgm:pt modelId="{EF4FEE85-53E2-4C39-B3DE-6910271927DD}" type="pres">
      <dgm:prSet presAssocID="{AB5671D6-2DCC-0649-857F-3AF5D3FD91B0}" presName="sibTrans" presStyleCnt="0"/>
      <dgm:spPr/>
    </dgm:pt>
    <dgm:pt modelId="{4E062960-6E7F-4AA2-91F1-6F9B2A59426C}" type="pres">
      <dgm:prSet presAssocID="{15F8BE78-9F88-154B-A13C-0717D1E740B4}" presName="compNode" presStyleCnt="0"/>
      <dgm:spPr/>
    </dgm:pt>
    <dgm:pt modelId="{52515699-9F1E-41E9-A426-643C76FD2E43}" type="pres">
      <dgm:prSet presAssocID="{15F8BE78-9F88-154B-A13C-0717D1E740B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D2D689CF-BB71-4212-98CF-0EB654968C5A}" type="pres">
      <dgm:prSet presAssocID="{15F8BE78-9F88-154B-A13C-0717D1E740B4}" presName="iconSpace" presStyleCnt="0"/>
      <dgm:spPr/>
    </dgm:pt>
    <dgm:pt modelId="{4845CB91-7D02-4AF0-9CDE-DDD10BF75E88}" type="pres">
      <dgm:prSet presAssocID="{15F8BE78-9F88-154B-A13C-0717D1E740B4}" presName="parTx" presStyleLbl="revTx" presStyleIdx="2" presStyleCnt="4">
        <dgm:presLayoutVars>
          <dgm:chMax val="0"/>
          <dgm:chPref val="0"/>
        </dgm:presLayoutVars>
      </dgm:prSet>
      <dgm:spPr/>
    </dgm:pt>
    <dgm:pt modelId="{278298FC-7B8D-4D42-9F3E-A8C1A8A9D84B}" type="pres">
      <dgm:prSet presAssocID="{15F8BE78-9F88-154B-A13C-0717D1E740B4}" presName="txSpace" presStyleCnt="0"/>
      <dgm:spPr/>
    </dgm:pt>
    <dgm:pt modelId="{06395812-291E-498B-872C-5A5DEFD38221}" type="pres">
      <dgm:prSet presAssocID="{15F8BE78-9F88-154B-A13C-0717D1E740B4}" presName="desTx" presStyleLbl="revTx" presStyleIdx="3" presStyleCnt="4">
        <dgm:presLayoutVars/>
      </dgm:prSet>
      <dgm:spPr/>
    </dgm:pt>
  </dgm:ptLst>
  <dgm:cxnLst>
    <dgm:cxn modelId="{4E3CFC0F-1184-4D4D-9BA6-8796CAB90A40}" type="presOf" srcId="{A2E299C8-2050-104C-A9E1-F698745AA291}" destId="{9350D0DE-C92E-4887-AA99-D1DD7522312E}" srcOrd="0" destOrd="0" presId="urn:microsoft.com/office/officeart/2018/2/layout/IconLabelDescriptionList"/>
    <dgm:cxn modelId="{6AAC5A16-9A6C-414C-80F0-C338FD27F9C7}" type="presOf" srcId="{756036D3-873A-C240-A497-13B4166126A6}" destId="{06395812-291E-498B-872C-5A5DEFD38221}" srcOrd="0" destOrd="0" presId="urn:microsoft.com/office/officeart/2018/2/layout/IconLabelDescriptionList"/>
    <dgm:cxn modelId="{D313791B-9F45-8C45-B6B0-498488E3E550}" type="presOf" srcId="{888578F5-B821-7645-8689-B8D31F4A2371}" destId="{06395812-291E-498B-872C-5A5DEFD38221}" srcOrd="0" destOrd="2" presId="urn:microsoft.com/office/officeart/2018/2/layout/IconLabelDescriptionList"/>
    <dgm:cxn modelId="{D8E2333C-AE08-AE43-A505-71608A6D0EEA}" srcId="{15F8BE78-9F88-154B-A13C-0717D1E740B4}" destId="{756036D3-873A-C240-A497-13B4166126A6}" srcOrd="0" destOrd="0" parTransId="{94051210-BF08-CD42-9FB1-6970A06E5E23}" sibTransId="{7578777A-1E7C-B048-9E2B-B2D7920C5FAD}"/>
    <dgm:cxn modelId="{027F2948-406D-524A-B79E-5183E9E98F8E}" type="presOf" srcId="{15F8BE78-9F88-154B-A13C-0717D1E740B4}" destId="{4845CB91-7D02-4AF0-9CDE-DDD10BF75E88}" srcOrd="0" destOrd="0" presId="urn:microsoft.com/office/officeart/2018/2/layout/IconLabelDescriptionList"/>
    <dgm:cxn modelId="{8E34DE9D-A453-6848-8EB3-FAAC893275C9}" srcId="{15F8BE78-9F88-154B-A13C-0717D1E740B4}" destId="{711569A1-91DE-0843-BB33-9438DC0B08B1}" srcOrd="1" destOrd="0" parTransId="{6C2C1002-64D5-464E-8A47-C928F6EBA95D}" sibTransId="{C70C4B3A-5E3A-8848-A8C8-0D12350FAB4F}"/>
    <dgm:cxn modelId="{6435499E-5E70-2F44-99BF-F829CD82E472}" srcId="{A900F0AE-73BB-9740-ACD2-D2AD190974FC}" destId="{15F8BE78-9F88-154B-A13C-0717D1E740B4}" srcOrd="1" destOrd="0" parTransId="{038A80A2-3F9B-C546-A807-80AF2FB67706}" sibTransId="{3D831145-493F-6B40-8DBF-D78ED49468EA}"/>
    <dgm:cxn modelId="{08A085AA-6F19-1144-AED5-75AF6302E527}" srcId="{A900F0AE-73BB-9740-ACD2-D2AD190974FC}" destId="{A2E299C8-2050-104C-A9E1-F698745AA291}" srcOrd="0" destOrd="0" parTransId="{EA737EA6-5B9B-6C47-AB9D-ACEE905A3C03}" sibTransId="{AB5671D6-2DCC-0649-857F-3AF5D3FD91B0}"/>
    <dgm:cxn modelId="{42CFBDB8-59C8-1D40-80DB-897DA062399C}" srcId="{15F8BE78-9F88-154B-A13C-0717D1E740B4}" destId="{888578F5-B821-7645-8689-B8D31F4A2371}" srcOrd="2" destOrd="0" parTransId="{78D4549F-EC60-A54D-8F0F-CC48907D467A}" sibTransId="{54A9F3D5-0C19-CC4F-B5B3-67C0B43AC442}"/>
    <dgm:cxn modelId="{FA132BC3-38C8-7F45-8005-F346497BA414}" type="presOf" srcId="{711569A1-91DE-0843-BB33-9438DC0B08B1}" destId="{06395812-291E-498B-872C-5A5DEFD38221}" srcOrd="0" destOrd="1" presId="urn:microsoft.com/office/officeart/2018/2/layout/IconLabelDescriptionList"/>
    <dgm:cxn modelId="{467FC0D7-4101-4846-A88B-4B36AE1B8906}" type="presOf" srcId="{A900F0AE-73BB-9740-ACD2-D2AD190974FC}" destId="{9C5AAE41-7E22-4FC0-A2A7-616B958127A6}" srcOrd="0" destOrd="0" presId="urn:microsoft.com/office/officeart/2018/2/layout/IconLabelDescriptionList"/>
    <dgm:cxn modelId="{B64FE314-DF06-9041-A7BD-23199F2DC86B}" type="presParOf" srcId="{9C5AAE41-7E22-4FC0-A2A7-616B958127A6}" destId="{C1EC9003-9480-4E22-8078-489CD0369C29}" srcOrd="0" destOrd="0" presId="urn:microsoft.com/office/officeart/2018/2/layout/IconLabelDescriptionList"/>
    <dgm:cxn modelId="{A689B8A7-581B-C142-BE11-FFC66372F83A}" type="presParOf" srcId="{C1EC9003-9480-4E22-8078-489CD0369C29}" destId="{F499E7C5-AE5E-4B71-ABF3-4FEA5576C021}" srcOrd="0" destOrd="0" presId="urn:microsoft.com/office/officeart/2018/2/layout/IconLabelDescriptionList"/>
    <dgm:cxn modelId="{426E2B10-C03D-2149-93E5-B1F1FA410913}" type="presParOf" srcId="{C1EC9003-9480-4E22-8078-489CD0369C29}" destId="{0A2A29B6-441B-4A3E-AF59-098A310CB20E}" srcOrd="1" destOrd="0" presId="urn:microsoft.com/office/officeart/2018/2/layout/IconLabelDescriptionList"/>
    <dgm:cxn modelId="{C1676389-3AD7-6247-B011-BFD0C69906DF}" type="presParOf" srcId="{C1EC9003-9480-4E22-8078-489CD0369C29}" destId="{9350D0DE-C92E-4887-AA99-D1DD7522312E}" srcOrd="2" destOrd="0" presId="urn:microsoft.com/office/officeart/2018/2/layout/IconLabelDescriptionList"/>
    <dgm:cxn modelId="{0B22730C-AF42-934B-8963-A5535BD77D84}" type="presParOf" srcId="{C1EC9003-9480-4E22-8078-489CD0369C29}" destId="{4F8074B9-A83B-42BD-A286-A31BB9967D5E}" srcOrd="3" destOrd="0" presId="urn:microsoft.com/office/officeart/2018/2/layout/IconLabelDescriptionList"/>
    <dgm:cxn modelId="{D4737B59-C71A-7449-9088-89D6E2F6CFE9}" type="presParOf" srcId="{C1EC9003-9480-4E22-8078-489CD0369C29}" destId="{07876212-57C2-4598-9481-385002BADCD2}" srcOrd="4" destOrd="0" presId="urn:microsoft.com/office/officeart/2018/2/layout/IconLabelDescriptionList"/>
    <dgm:cxn modelId="{0B3C4BAE-8652-3044-B893-E2C08244A299}" type="presParOf" srcId="{9C5AAE41-7E22-4FC0-A2A7-616B958127A6}" destId="{EF4FEE85-53E2-4C39-B3DE-6910271927DD}" srcOrd="1" destOrd="0" presId="urn:microsoft.com/office/officeart/2018/2/layout/IconLabelDescriptionList"/>
    <dgm:cxn modelId="{0FB672C1-298A-6E43-A8C7-0D6EB15A9FC7}" type="presParOf" srcId="{9C5AAE41-7E22-4FC0-A2A7-616B958127A6}" destId="{4E062960-6E7F-4AA2-91F1-6F9B2A59426C}" srcOrd="2" destOrd="0" presId="urn:microsoft.com/office/officeart/2018/2/layout/IconLabelDescriptionList"/>
    <dgm:cxn modelId="{CE511F94-664F-D840-82BA-12B5A56C3616}" type="presParOf" srcId="{4E062960-6E7F-4AA2-91F1-6F9B2A59426C}" destId="{52515699-9F1E-41E9-A426-643C76FD2E43}" srcOrd="0" destOrd="0" presId="urn:microsoft.com/office/officeart/2018/2/layout/IconLabelDescriptionList"/>
    <dgm:cxn modelId="{64B840D3-87C6-CE4A-8850-412D7D748B3E}" type="presParOf" srcId="{4E062960-6E7F-4AA2-91F1-6F9B2A59426C}" destId="{D2D689CF-BB71-4212-98CF-0EB654968C5A}" srcOrd="1" destOrd="0" presId="urn:microsoft.com/office/officeart/2018/2/layout/IconLabelDescriptionList"/>
    <dgm:cxn modelId="{4FD41249-8332-D142-8E84-DBA85A22A008}" type="presParOf" srcId="{4E062960-6E7F-4AA2-91F1-6F9B2A59426C}" destId="{4845CB91-7D02-4AF0-9CDE-DDD10BF75E88}" srcOrd="2" destOrd="0" presId="urn:microsoft.com/office/officeart/2018/2/layout/IconLabelDescriptionList"/>
    <dgm:cxn modelId="{1618A40F-A3DC-1A49-807E-3308D23582BE}" type="presParOf" srcId="{4E062960-6E7F-4AA2-91F1-6F9B2A59426C}" destId="{278298FC-7B8D-4D42-9F3E-A8C1A8A9D84B}" srcOrd="3" destOrd="0" presId="urn:microsoft.com/office/officeart/2018/2/layout/IconLabelDescriptionList"/>
    <dgm:cxn modelId="{99A798D2-C779-054D-9F98-17C8909A8692}" type="presParOf" srcId="{4E062960-6E7F-4AA2-91F1-6F9B2A59426C}" destId="{06395812-291E-498B-872C-5A5DEFD3822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05296E-7188-3B4A-A206-6FBF87F08E3E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fr-FR"/>
        </a:p>
      </dgm:t>
    </dgm:pt>
    <dgm:pt modelId="{7E5D380C-9DE3-A34A-AB72-6359A2F0076C}">
      <dgm:prSet/>
      <dgm:spPr/>
      <dgm:t>
        <a:bodyPr/>
        <a:lstStyle/>
        <a:p>
          <a:r>
            <a:rPr lang="fr-SN" dirty="0"/>
            <a:t>La Qualité́ est «l'aptitude d'une organisation à </a:t>
          </a:r>
          <a:r>
            <a:rPr lang="fr-SN" b="1" dirty="0"/>
            <a:t>satisfaire les exigences clairement spécifiées ou implicites d'un client»</a:t>
          </a:r>
          <a:r>
            <a:rPr lang="fr-SN" dirty="0"/>
            <a:t>. Dans la </a:t>
          </a:r>
          <a:r>
            <a:rPr lang="fr-SN" b="1" dirty="0"/>
            <a:t>réalisation du produit </a:t>
          </a:r>
          <a:r>
            <a:rPr lang="fr-SN" dirty="0"/>
            <a:t>et dans les </a:t>
          </a:r>
          <a:r>
            <a:rPr lang="fr-SN" b="1" dirty="0"/>
            <a:t>relations internes au sein de l'organisation</a:t>
          </a:r>
          <a:r>
            <a:rPr lang="fr-SN" dirty="0"/>
            <a:t>, les différents acteurs doivent donc se focaliser sur le </a:t>
          </a:r>
          <a:r>
            <a:rPr lang="fr-SN" b="1" dirty="0"/>
            <a:t>produit attendu </a:t>
          </a:r>
          <a:r>
            <a:rPr lang="fr-SN" dirty="0"/>
            <a:t>par le client. </a:t>
          </a:r>
        </a:p>
      </dgm:t>
    </dgm:pt>
    <dgm:pt modelId="{689922D9-9E31-E549-BFFF-994A5E20B65B}" type="parTrans" cxnId="{197AD725-06DD-6A4C-A90F-C184833B9268}">
      <dgm:prSet/>
      <dgm:spPr/>
      <dgm:t>
        <a:bodyPr/>
        <a:lstStyle/>
        <a:p>
          <a:endParaRPr lang="fr-FR"/>
        </a:p>
      </dgm:t>
    </dgm:pt>
    <dgm:pt modelId="{7B99377A-B94A-DD46-928A-D2CE3C50FACB}" type="sibTrans" cxnId="{197AD725-06DD-6A4C-A90F-C184833B9268}">
      <dgm:prSet/>
      <dgm:spPr/>
      <dgm:t>
        <a:bodyPr/>
        <a:lstStyle/>
        <a:p>
          <a:endParaRPr lang="fr-FR"/>
        </a:p>
      </dgm:t>
    </dgm:pt>
    <dgm:pt modelId="{02CD8D37-ED0E-6A4C-B452-40858D6AC06F}" type="pres">
      <dgm:prSet presAssocID="{BE05296E-7188-3B4A-A206-6FBF87F08E3E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06CAF254-4BFA-E347-8CBD-431ED30C24BD}" type="pres">
      <dgm:prSet presAssocID="{7E5D380C-9DE3-A34A-AB72-6359A2F0076C}" presName="circle1" presStyleLbl="node1" presStyleIdx="0" presStyleCnt="1"/>
      <dgm:spPr/>
    </dgm:pt>
    <dgm:pt modelId="{FE959D5C-A459-F14C-9CF7-ACC4E35A1BCB}" type="pres">
      <dgm:prSet presAssocID="{7E5D380C-9DE3-A34A-AB72-6359A2F0076C}" presName="space" presStyleCnt="0"/>
      <dgm:spPr/>
    </dgm:pt>
    <dgm:pt modelId="{1FDC455B-7439-1147-99DB-BEFC0948EBB0}" type="pres">
      <dgm:prSet presAssocID="{7E5D380C-9DE3-A34A-AB72-6359A2F0076C}" presName="rect1" presStyleLbl="alignAcc1" presStyleIdx="0" presStyleCnt="1"/>
      <dgm:spPr/>
    </dgm:pt>
    <dgm:pt modelId="{7F64BDE8-0EF8-F143-AE9D-F90D09112D36}" type="pres">
      <dgm:prSet presAssocID="{7E5D380C-9DE3-A34A-AB72-6359A2F0076C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197AD725-06DD-6A4C-A90F-C184833B9268}" srcId="{BE05296E-7188-3B4A-A206-6FBF87F08E3E}" destId="{7E5D380C-9DE3-A34A-AB72-6359A2F0076C}" srcOrd="0" destOrd="0" parTransId="{689922D9-9E31-E549-BFFF-994A5E20B65B}" sibTransId="{7B99377A-B94A-DD46-928A-D2CE3C50FACB}"/>
    <dgm:cxn modelId="{40669788-A690-DE49-B163-D11400DECECD}" type="presOf" srcId="{BE05296E-7188-3B4A-A206-6FBF87F08E3E}" destId="{02CD8D37-ED0E-6A4C-B452-40858D6AC06F}" srcOrd="0" destOrd="0" presId="urn:microsoft.com/office/officeart/2005/8/layout/target3"/>
    <dgm:cxn modelId="{FB99838B-0358-E94C-89F3-722668073CA8}" type="presOf" srcId="{7E5D380C-9DE3-A34A-AB72-6359A2F0076C}" destId="{1FDC455B-7439-1147-99DB-BEFC0948EBB0}" srcOrd="0" destOrd="0" presId="urn:microsoft.com/office/officeart/2005/8/layout/target3"/>
    <dgm:cxn modelId="{C987DBF5-8A29-6E4F-A306-AF8AC2EF9A83}" type="presOf" srcId="{7E5D380C-9DE3-A34A-AB72-6359A2F0076C}" destId="{7F64BDE8-0EF8-F143-AE9D-F90D09112D36}" srcOrd="1" destOrd="0" presId="urn:microsoft.com/office/officeart/2005/8/layout/target3"/>
    <dgm:cxn modelId="{27EFCE80-9425-174E-804F-40E7CEB94633}" type="presParOf" srcId="{02CD8D37-ED0E-6A4C-B452-40858D6AC06F}" destId="{06CAF254-4BFA-E347-8CBD-431ED30C24BD}" srcOrd="0" destOrd="0" presId="urn:microsoft.com/office/officeart/2005/8/layout/target3"/>
    <dgm:cxn modelId="{35811A04-C093-D241-83D4-83CFAED7726C}" type="presParOf" srcId="{02CD8D37-ED0E-6A4C-B452-40858D6AC06F}" destId="{FE959D5C-A459-F14C-9CF7-ACC4E35A1BCB}" srcOrd="1" destOrd="0" presId="urn:microsoft.com/office/officeart/2005/8/layout/target3"/>
    <dgm:cxn modelId="{C6569A58-4BCF-A047-ADF3-29DBD3879DD1}" type="presParOf" srcId="{02CD8D37-ED0E-6A4C-B452-40858D6AC06F}" destId="{1FDC455B-7439-1147-99DB-BEFC0948EBB0}" srcOrd="2" destOrd="0" presId="urn:microsoft.com/office/officeart/2005/8/layout/target3"/>
    <dgm:cxn modelId="{8FB1ADF8-BBEC-DF44-B06F-422C40E99241}" type="presParOf" srcId="{02CD8D37-ED0E-6A4C-B452-40858D6AC06F}" destId="{7F64BDE8-0EF8-F143-AE9D-F90D09112D36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AFDE000-849C-B744-902F-3854B54FCE14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4994AC2B-3212-7941-9B2C-1AA0B05573AC}">
      <dgm:prSet/>
      <dgm:spPr/>
      <dgm:t>
        <a:bodyPr/>
        <a:lstStyle/>
        <a:p>
          <a:r>
            <a:rPr lang="fr-FR" dirty="0"/>
            <a:t>Notion de qualité :</a:t>
          </a:r>
          <a:endParaRPr lang="fr-SN" dirty="0"/>
        </a:p>
      </dgm:t>
    </dgm:pt>
    <dgm:pt modelId="{8CD866C3-15DB-DE4D-9323-7E1365866369}" type="parTrans" cxnId="{FFD7CCAE-4864-8E4B-91C9-D34BCF2E5740}">
      <dgm:prSet/>
      <dgm:spPr/>
      <dgm:t>
        <a:bodyPr/>
        <a:lstStyle/>
        <a:p>
          <a:endParaRPr lang="fr-FR"/>
        </a:p>
      </dgm:t>
    </dgm:pt>
    <dgm:pt modelId="{DFCE94EC-86DB-9446-B114-B50555D9A56C}" type="sibTrans" cxnId="{FFD7CCAE-4864-8E4B-91C9-D34BCF2E5740}">
      <dgm:prSet/>
      <dgm:spPr/>
      <dgm:t>
        <a:bodyPr/>
        <a:lstStyle/>
        <a:p>
          <a:endParaRPr lang="fr-FR"/>
        </a:p>
      </dgm:t>
    </dgm:pt>
    <dgm:pt modelId="{FD9AE910-5471-A646-95C9-DE027C9E4EDB}">
      <dgm:prSet/>
      <dgm:spPr/>
      <dgm:t>
        <a:bodyPr/>
        <a:lstStyle/>
        <a:p>
          <a:r>
            <a:rPr lang="fr-FR" dirty="0"/>
            <a:t>Définition</a:t>
          </a:r>
        </a:p>
      </dgm:t>
    </dgm:pt>
    <dgm:pt modelId="{2CA331D0-60CF-7241-8F06-CBADDB494E46}" type="parTrans" cxnId="{C2E061A5-C7F6-3B44-9278-D0005EE316AF}">
      <dgm:prSet/>
      <dgm:spPr/>
      <dgm:t>
        <a:bodyPr/>
        <a:lstStyle/>
        <a:p>
          <a:endParaRPr lang="fr-FR"/>
        </a:p>
      </dgm:t>
    </dgm:pt>
    <dgm:pt modelId="{8C956921-1B3A-E642-88AC-9E1734B688D5}" type="sibTrans" cxnId="{C2E061A5-C7F6-3B44-9278-D0005EE316AF}">
      <dgm:prSet/>
      <dgm:spPr/>
      <dgm:t>
        <a:bodyPr/>
        <a:lstStyle/>
        <a:p>
          <a:endParaRPr lang="fr-FR"/>
        </a:p>
      </dgm:t>
    </dgm:pt>
    <dgm:pt modelId="{8AFECAAD-8765-C94A-B35E-CABB9B50B62E}" type="pres">
      <dgm:prSet presAssocID="{EAFDE000-849C-B744-902F-3854B54FCE14}" presName="compositeShape" presStyleCnt="0">
        <dgm:presLayoutVars>
          <dgm:dir/>
          <dgm:resizeHandles/>
        </dgm:presLayoutVars>
      </dgm:prSet>
      <dgm:spPr/>
    </dgm:pt>
    <dgm:pt modelId="{6362D6DB-06CC-6E4B-A2BF-CB62F43CE1C1}" type="pres">
      <dgm:prSet presAssocID="{EAFDE000-849C-B744-902F-3854B54FCE14}" presName="pyramid" presStyleLbl="node1" presStyleIdx="0" presStyleCnt="1"/>
      <dgm:spPr/>
    </dgm:pt>
    <dgm:pt modelId="{647F109B-ED31-4D4F-A87E-9840DEECFBD5}" type="pres">
      <dgm:prSet presAssocID="{EAFDE000-849C-B744-902F-3854B54FCE14}" presName="theList" presStyleCnt="0"/>
      <dgm:spPr/>
    </dgm:pt>
    <dgm:pt modelId="{D89D06D6-0EE4-3C45-B713-8AD2A8F01ACE}" type="pres">
      <dgm:prSet presAssocID="{4994AC2B-3212-7941-9B2C-1AA0B05573AC}" presName="aNode" presStyleLbl="fgAcc1" presStyleIdx="0" presStyleCnt="2">
        <dgm:presLayoutVars>
          <dgm:bulletEnabled val="1"/>
        </dgm:presLayoutVars>
      </dgm:prSet>
      <dgm:spPr/>
    </dgm:pt>
    <dgm:pt modelId="{257D27EF-966F-7241-A721-4A6E48490B70}" type="pres">
      <dgm:prSet presAssocID="{4994AC2B-3212-7941-9B2C-1AA0B05573AC}" presName="aSpace" presStyleCnt="0"/>
      <dgm:spPr/>
    </dgm:pt>
    <dgm:pt modelId="{BD809573-E181-5845-AEE1-F0E58A117903}" type="pres">
      <dgm:prSet presAssocID="{FD9AE910-5471-A646-95C9-DE027C9E4EDB}" presName="aNode" presStyleLbl="fgAcc1" presStyleIdx="1" presStyleCnt="2">
        <dgm:presLayoutVars>
          <dgm:bulletEnabled val="1"/>
        </dgm:presLayoutVars>
      </dgm:prSet>
      <dgm:spPr/>
    </dgm:pt>
    <dgm:pt modelId="{94A0BF54-9087-8142-919D-236CBD46E397}" type="pres">
      <dgm:prSet presAssocID="{FD9AE910-5471-A646-95C9-DE027C9E4EDB}" presName="aSpace" presStyleCnt="0"/>
      <dgm:spPr/>
    </dgm:pt>
  </dgm:ptLst>
  <dgm:cxnLst>
    <dgm:cxn modelId="{B95F3906-6940-E249-92EC-FAAE1FB47941}" type="presOf" srcId="{FD9AE910-5471-A646-95C9-DE027C9E4EDB}" destId="{BD809573-E181-5845-AEE1-F0E58A117903}" srcOrd="0" destOrd="0" presId="urn:microsoft.com/office/officeart/2005/8/layout/pyramid2"/>
    <dgm:cxn modelId="{8CAF626B-4DFC-FF45-BFEA-20223580F801}" type="presOf" srcId="{EAFDE000-849C-B744-902F-3854B54FCE14}" destId="{8AFECAAD-8765-C94A-B35E-CABB9B50B62E}" srcOrd="0" destOrd="0" presId="urn:microsoft.com/office/officeart/2005/8/layout/pyramid2"/>
    <dgm:cxn modelId="{C2E061A5-C7F6-3B44-9278-D0005EE316AF}" srcId="{EAFDE000-849C-B744-902F-3854B54FCE14}" destId="{FD9AE910-5471-A646-95C9-DE027C9E4EDB}" srcOrd="1" destOrd="0" parTransId="{2CA331D0-60CF-7241-8F06-CBADDB494E46}" sibTransId="{8C956921-1B3A-E642-88AC-9E1734B688D5}"/>
    <dgm:cxn modelId="{B0C347AB-3F01-3E4A-9518-BC3B2EB7CBA6}" type="presOf" srcId="{4994AC2B-3212-7941-9B2C-1AA0B05573AC}" destId="{D89D06D6-0EE4-3C45-B713-8AD2A8F01ACE}" srcOrd="0" destOrd="0" presId="urn:microsoft.com/office/officeart/2005/8/layout/pyramid2"/>
    <dgm:cxn modelId="{FFD7CCAE-4864-8E4B-91C9-D34BCF2E5740}" srcId="{EAFDE000-849C-B744-902F-3854B54FCE14}" destId="{4994AC2B-3212-7941-9B2C-1AA0B05573AC}" srcOrd="0" destOrd="0" parTransId="{8CD866C3-15DB-DE4D-9323-7E1365866369}" sibTransId="{DFCE94EC-86DB-9446-B114-B50555D9A56C}"/>
    <dgm:cxn modelId="{AADEC87A-352C-FC49-92EA-FB9C26D85BC2}" type="presParOf" srcId="{8AFECAAD-8765-C94A-B35E-CABB9B50B62E}" destId="{6362D6DB-06CC-6E4B-A2BF-CB62F43CE1C1}" srcOrd="0" destOrd="0" presId="urn:microsoft.com/office/officeart/2005/8/layout/pyramid2"/>
    <dgm:cxn modelId="{0B25BF89-13B8-5147-BAB7-453595B1608B}" type="presParOf" srcId="{8AFECAAD-8765-C94A-B35E-CABB9B50B62E}" destId="{647F109B-ED31-4D4F-A87E-9840DEECFBD5}" srcOrd="1" destOrd="0" presId="urn:microsoft.com/office/officeart/2005/8/layout/pyramid2"/>
    <dgm:cxn modelId="{6EE81F66-F65F-B340-B99D-1B9CCD9222ED}" type="presParOf" srcId="{647F109B-ED31-4D4F-A87E-9840DEECFBD5}" destId="{D89D06D6-0EE4-3C45-B713-8AD2A8F01ACE}" srcOrd="0" destOrd="0" presId="urn:microsoft.com/office/officeart/2005/8/layout/pyramid2"/>
    <dgm:cxn modelId="{F4BE2AE3-8AEE-EA4E-9A55-EE5AF41C8C8B}" type="presParOf" srcId="{647F109B-ED31-4D4F-A87E-9840DEECFBD5}" destId="{257D27EF-966F-7241-A721-4A6E48490B70}" srcOrd="1" destOrd="0" presId="urn:microsoft.com/office/officeart/2005/8/layout/pyramid2"/>
    <dgm:cxn modelId="{0027ACEF-8C75-5449-8BEA-CAC4177FE45F}" type="presParOf" srcId="{647F109B-ED31-4D4F-A87E-9840DEECFBD5}" destId="{BD809573-E181-5845-AEE1-F0E58A117903}" srcOrd="2" destOrd="0" presId="urn:microsoft.com/office/officeart/2005/8/layout/pyramid2"/>
    <dgm:cxn modelId="{E0BA17FE-762F-7247-BEB6-49B56B78264D}" type="presParOf" srcId="{647F109B-ED31-4D4F-A87E-9840DEECFBD5}" destId="{94A0BF54-9087-8142-919D-236CBD46E397}" srcOrd="3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B4BB5D6-0569-A94E-B453-F912DC5938D2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31A7AB36-349E-C345-94CD-607201ACDDEB}">
      <dgm:prSet/>
      <dgm:spPr/>
      <dgm:t>
        <a:bodyPr/>
        <a:lstStyle/>
        <a:p>
          <a:r>
            <a:rPr lang="fr-SN" dirty="0"/>
            <a:t>La qualité́ est l</a:t>
          </a:r>
          <a:r>
            <a:rPr lang="fr-SN" b="1" dirty="0"/>
            <a:t>'ensemble </a:t>
          </a:r>
          <a:r>
            <a:rPr lang="fr-SN" dirty="0"/>
            <a:t>des </a:t>
          </a:r>
          <a:r>
            <a:rPr lang="fr-SN" b="1" dirty="0"/>
            <a:t>propriétés et caractéristiques </a:t>
          </a:r>
          <a:r>
            <a:rPr lang="fr-SN" dirty="0"/>
            <a:t>d'un </a:t>
          </a:r>
          <a:r>
            <a:rPr lang="fr-SN" b="1" dirty="0"/>
            <a:t>produit</a:t>
          </a:r>
          <a:r>
            <a:rPr lang="fr-SN" dirty="0"/>
            <a:t>, d'un </a:t>
          </a:r>
          <a:r>
            <a:rPr lang="fr-SN" b="1" dirty="0"/>
            <a:t>process </a:t>
          </a:r>
          <a:r>
            <a:rPr lang="fr-SN" dirty="0"/>
            <a:t>ou d'un </a:t>
          </a:r>
          <a:r>
            <a:rPr lang="fr-SN" b="1" dirty="0"/>
            <a:t>service </a:t>
          </a:r>
          <a:r>
            <a:rPr lang="fr-SN" dirty="0"/>
            <a:t>qui lui confère l'aptitude à satisfaire des besoins </a:t>
          </a:r>
          <a:r>
            <a:rPr lang="fr-SN" b="1" dirty="0"/>
            <a:t>implicites </a:t>
          </a:r>
          <a:r>
            <a:rPr lang="fr-SN" dirty="0"/>
            <a:t>ou </a:t>
          </a:r>
          <a:r>
            <a:rPr lang="fr-SN" b="1" dirty="0"/>
            <a:t>explicites</a:t>
          </a:r>
          <a:r>
            <a:rPr lang="fr-SN" dirty="0"/>
            <a:t>" (</a:t>
          </a:r>
          <a:r>
            <a:rPr lang="fr-SN" i="1" dirty="0"/>
            <a:t>définition donnée par l'organisation internationale de normalisation </a:t>
          </a:r>
          <a:r>
            <a:rPr lang="fr-SN" dirty="0"/>
            <a:t>- ISO) </a:t>
          </a:r>
        </a:p>
      </dgm:t>
    </dgm:pt>
    <dgm:pt modelId="{4F2AA6A1-9CCB-934E-8752-C8E71FF347B4}" type="parTrans" cxnId="{958731A3-A252-CB42-9D28-6A3C319F0306}">
      <dgm:prSet/>
      <dgm:spPr/>
      <dgm:t>
        <a:bodyPr/>
        <a:lstStyle/>
        <a:p>
          <a:endParaRPr lang="fr-FR"/>
        </a:p>
      </dgm:t>
    </dgm:pt>
    <dgm:pt modelId="{5EE24F78-DE50-9E4E-875E-F0E473292950}" type="sibTrans" cxnId="{958731A3-A252-CB42-9D28-6A3C319F0306}">
      <dgm:prSet/>
      <dgm:spPr/>
      <dgm:t>
        <a:bodyPr/>
        <a:lstStyle/>
        <a:p>
          <a:endParaRPr lang="fr-FR"/>
        </a:p>
      </dgm:t>
    </dgm:pt>
    <dgm:pt modelId="{BD389A8C-ADDD-DF46-9B8A-C733B9B6114C}" type="pres">
      <dgm:prSet presAssocID="{2B4BB5D6-0569-A94E-B453-F912DC5938D2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A449DBDB-438D-3040-88E7-5DA5495652A9}" type="pres">
      <dgm:prSet presAssocID="{31A7AB36-349E-C345-94CD-607201ACDDEB}" presName="circle1" presStyleLbl="node1" presStyleIdx="0" presStyleCnt="1" custLinFactNeighborX="-347" custLinFactNeighborY="18137"/>
      <dgm:spPr/>
    </dgm:pt>
    <dgm:pt modelId="{4B417041-A957-CD4A-B1B9-71FFE4D28987}" type="pres">
      <dgm:prSet presAssocID="{31A7AB36-349E-C345-94CD-607201ACDDEB}" presName="space" presStyleCnt="0"/>
      <dgm:spPr/>
    </dgm:pt>
    <dgm:pt modelId="{89870827-2251-5B46-93AF-4A3307D1835E}" type="pres">
      <dgm:prSet presAssocID="{31A7AB36-349E-C345-94CD-607201ACDDEB}" presName="rect1" presStyleLbl="alignAcc1" presStyleIdx="0" presStyleCnt="1" custLinFactNeighborX="729" custLinFactNeighborY="18137"/>
      <dgm:spPr/>
    </dgm:pt>
    <dgm:pt modelId="{0F74AFAB-C52E-7C47-80A3-0617C1042027}" type="pres">
      <dgm:prSet presAssocID="{31A7AB36-349E-C345-94CD-607201ACDDEB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ABCF482C-567E-E344-830D-7B45F97EED72}" type="presOf" srcId="{31A7AB36-349E-C345-94CD-607201ACDDEB}" destId="{89870827-2251-5B46-93AF-4A3307D1835E}" srcOrd="0" destOrd="0" presId="urn:microsoft.com/office/officeart/2005/8/layout/target3"/>
    <dgm:cxn modelId="{9ABBBA95-CCDD-4F4B-AAE1-789E3C64E361}" type="presOf" srcId="{2B4BB5D6-0569-A94E-B453-F912DC5938D2}" destId="{BD389A8C-ADDD-DF46-9B8A-C733B9B6114C}" srcOrd="0" destOrd="0" presId="urn:microsoft.com/office/officeart/2005/8/layout/target3"/>
    <dgm:cxn modelId="{958731A3-A252-CB42-9D28-6A3C319F0306}" srcId="{2B4BB5D6-0569-A94E-B453-F912DC5938D2}" destId="{31A7AB36-349E-C345-94CD-607201ACDDEB}" srcOrd="0" destOrd="0" parTransId="{4F2AA6A1-9CCB-934E-8752-C8E71FF347B4}" sibTransId="{5EE24F78-DE50-9E4E-875E-F0E473292950}"/>
    <dgm:cxn modelId="{A831D7BC-183E-BD4C-ACF6-3D2D4FC59819}" type="presOf" srcId="{31A7AB36-349E-C345-94CD-607201ACDDEB}" destId="{0F74AFAB-C52E-7C47-80A3-0617C1042027}" srcOrd="1" destOrd="0" presId="urn:microsoft.com/office/officeart/2005/8/layout/target3"/>
    <dgm:cxn modelId="{24FC7AB8-73D3-1F47-9F73-13BABBB1489A}" type="presParOf" srcId="{BD389A8C-ADDD-DF46-9B8A-C733B9B6114C}" destId="{A449DBDB-438D-3040-88E7-5DA5495652A9}" srcOrd="0" destOrd="0" presId="urn:microsoft.com/office/officeart/2005/8/layout/target3"/>
    <dgm:cxn modelId="{956D27CF-35BF-124C-A3B0-399E7C60635A}" type="presParOf" srcId="{BD389A8C-ADDD-DF46-9B8A-C733B9B6114C}" destId="{4B417041-A957-CD4A-B1B9-71FFE4D28987}" srcOrd="1" destOrd="0" presId="urn:microsoft.com/office/officeart/2005/8/layout/target3"/>
    <dgm:cxn modelId="{C29668FC-8738-3944-B54A-21EC5A1B63D8}" type="presParOf" srcId="{BD389A8C-ADDD-DF46-9B8A-C733B9B6114C}" destId="{89870827-2251-5B46-93AF-4A3307D1835E}" srcOrd="2" destOrd="0" presId="urn:microsoft.com/office/officeart/2005/8/layout/target3"/>
    <dgm:cxn modelId="{57F34AA8-BE0E-8F4E-BA34-04B5A6723D4A}" type="presParOf" srcId="{BD389A8C-ADDD-DF46-9B8A-C733B9B6114C}" destId="{0F74AFAB-C52E-7C47-80A3-0617C1042027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AFDE000-849C-B744-902F-3854B54FCE14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4994AC2B-3212-7941-9B2C-1AA0B05573AC}">
      <dgm:prSet/>
      <dgm:spPr/>
      <dgm:t>
        <a:bodyPr/>
        <a:lstStyle/>
        <a:p>
          <a:r>
            <a:rPr lang="fr-FR" dirty="0"/>
            <a:t>Notion de qualité :</a:t>
          </a:r>
          <a:endParaRPr lang="fr-SN" dirty="0"/>
        </a:p>
      </dgm:t>
    </dgm:pt>
    <dgm:pt modelId="{8CD866C3-15DB-DE4D-9323-7E1365866369}" type="parTrans" cxnId="{FFD7CCAE-4864-8E4B-91C9-D34BCF2E5740}">
      <dgm:prSet/>
      <dgm:spPr/>
      <dgm:t>
        <a:bodyPr/>
        <a:lstStyle/>
        <a:p>
          <a:endParaRPr lang="fr-FR"/>
        </a:p>
      </dgm:t>
    </dgm:pt>
    <dgm:pt modelId="{DFCE94EC-86DB-9446-B114-B50555D9A56C}" type="sibTrans" cxnId="{FFD7CCAE-4864-8E4B-91C9-D34BCF2E5740}">
      <dgm:prSet/>
      <dgm:spPr/>
      <dgm:t>
        <a:bodyPr/>
        <a:lstStyle/>
        <a:p>
          <a:endParaRPr lang="fr-FR"/>
        </a:p>
      </dgm:t>
    </dgm:pt>
    <dgm:pt modelId="{FD9AE910-5471-A646-95C9-DE027C9E4EDB}">
      <dgm:prSet/>
      <dgm:spPr/>
      <dgm:t>
        <a:bodyPr/>
        <a:lstStyle/>
        <a:p>
          <a:r>
            <a:rPr lang="fr-FR" dirty="0"/>
            <a:t>Définition</a:t>
          </a:r>
        </a:p>
      </dgm:t>
    </dgm:pt>
    <dgm:pt modelId="{2CA331D0-60CF-7241-8F06-CBADDB494E46}" type="parTrans" cxnId="{C2E061A5-C7F6-3B44-9278-D0005EE316AF}">
      <dgm:prSet/>
      <dgm:spPr/>
      <dgm:t>
        <a:bodyPr/>
        <a:lstStyle/>
        <a:p>
          <a:endParaRPr lang="fr-FR"/>
        </a:p>
      </dgm:t>
    </dgm:pt>
    <dgm:pt modelId="{8C956921-1B3A-E642-88AC-9E1734B688D5}" type="sibTrans" cxnId="{C2E061A5-C7F6-3B44-9278-D0005EE316AF}">
      <dgm:prSet/>
      <dgm:spPr/>
      <dgm:t>
        <a:bodyPr/>
        <a:lstStyle/>
        <a:p>
          <a:endParaRPr lang="fr-FR"/>
        </a:p>
      </dgm:t>
    </dgm:pt>
    <dgm:pt modelId="{8AFECAAD-8765-C94A-B35E-CABB9B50B62E}" type="pres">
      <dgm:prSet presAssocID="{EAFDE000-849C-B744-902F-3854B54FCE14}" presName="compositeShape" presStyleCnt="0">
        <dgm:presLayoutVars>
          <dgm:dir/>
          <dgm:resizeHandles/>
        </dgm:presLayoutVars>
      </dgm:prSet>
      <dgm:spPr/>
    </dgm:pt>
    <dgm:pt modelId="{6362D6DB-06CC-6E4B-A2BF-CB62F43CE1C1}" type="pres">
      <dgm:prSet presAssocID="{EAFDE000-849C-B744-902F-3854B54FCE14}" presName="pyramid" presStyleLbl="node1" presStyleIdx="0" presStyleCnt="1"/>
      <dgm:spPr/>
    </dgm:pt>
    <dgm:pt modelId="{647F109B-ED31-4D4F-A87E-9840DEECFBD5}" type="pres">
      <dgm:prSet presAssocID="{EAFDE000-849C-B744-902F-3854B54FCE14}" presName="theList" presStyleCnt="0"/>
      <dgm:spPr/>
    </dgm:pt>
    <dgm:pt modelId="{D89D06D6-0EE4-3C45-B713-8AD2A8F01ACE}" type="pres">
      <dgm:prSet presAssocID="{4994AC2B-3212-7941-9B2C-1AA0B05573AC}" presName="aNode" presStyleLbl="fgAcc1" presStyleIdx="0" presStyleCnt="2">
        <dgm:presLayoutVars>
          <dgm:bulletEnabled val="1"/>
        </dgm:presLayoutVars>
      </dgm:prSet>
      <dgm:spPr/>
    </dgm:pt>
    <dgm:pt modelId="{257D27EF-966F-7241-A721-4A6E48490B70}" type="pres">
      <dgm:prSet presAssocID="{4994AC2B-3212-7941-9B2C-1AA0B05573AC}" presName="aSpace" presStyleCnt="0"/>
      <dgm:spPr/>
    </dgm:pt>
    <dgm:pt modelId="{BD809573-E181-5845-AEE1-F0E58A117903}" type="pres">
      <dgm:prSet presAssocID="{FD9AE910-5471-A646-95C9-DE027C9E4EDB}" presName="aNode" presStyleLbl="fgAcc1" presStyleIdx="1" presStyleCnt="2">
        <dgm:presLayoutVars>
          <dgm:bulletEnabled val="1"/>
        </dgm:presLayoutVars>
      </dgm:prSet>
      <dgm:spPr/>
    </dgm:pt>
    <dgm:pt modelId="{94A0BF54-9087-8142-919D-236CBD46E397}" type="pres">
      <dgm:prSet presAssocID="{FD9AE910-5471-A646-95C9-DE027C9E4EDB}" presName="aSpace" presStyleCnt="0"/>
      <dgm:spPr/>
    </dgm:pt>
  </dgm:ptLst>
  <dgm:cxnLst>
    <dgm:cxn modelId="{B95F3906-6940-E249-92EC-FAAE1FB47941}" type="presOf" srcId="{FD9AE910-5471-A646-95C9-DE027C9E4EDB}" destId="{BD809573-E181-5845-AEE1-F0E58A117903}" srcOrd="0" destOrd="0" presId="urn:microsoft.com/office/officeart/2005/8/layout/pyramid2"/>
    <dgm:cxn modelId="{8CAF626B-4DFC-FF45-BFEA-20223580F801}" type="presOf" srcId="{EAFDE000-849C-B744-902F-3854B54FCE14}" destId="{8AFECAAD-8765-C94A-B35E-CABB9B50B62E}" srcOrd="0" destOrd="0" presId="urn:microsoft.com/office/officeart/2005/8/layout/pyramid2"/>
    <dgm:cxn modelId="{C2E061A5-C7F6-3B44-9278-D0005EE316AF}" srcId="{EAFDE000-849C-B744-902F-3854B54FCE14}" destId="{FD9AE910-5471-A646-95C9-DE027C9E4EDB}" srcOrd="1" destOrd="0" parTransId="{2CA331D0-60CF-7241-8F06-CBADDB494E46}" sibTransId="{8C956921-1B3A-E642-88AC-9E1734B688D5}"/>
    <dgm:cxn modelId="{B0C347AB-3F01-3E4A-9518-BC3B2EB7CBA6}" type="presOf" srcId="{4994AC2B-3212-7941-9B2C-1AA0B05573AC}" destId="{D89D06D6-0EE4-3C45-B713-8AD2A8F01ACE}" srcOrd="0" destOrd="0" presId="urn:microsoft.com/office/officeart/2005/8/layout/pyramid2"/>
    <dgm:cxn modelId="{FFD7CCAE-4864-8E4B-91C9-D34BCF2E5740}" srcId="{EAFDE000-849C-B744-902F-3854B54FCE14}" destId="{4994AC2B-3212-7941-9B2C-1AA0B05573AC}" srcOrd="0" destOrd="0" parTransId="{8CD866C3-15DB-DE4D-9323-7E1365866369}" sibTransId="{DFCE94EC-86DB-9446-B114-B50555D9A56C}"/>
    <dgm:cxn modelId="{AADEC87A-352C-FC49-92EA-FB9C26D85BC2}" type="presParOf" srcId="{8AFECAAD-8765-C94A-B35E-CABB9B50B62E}" destId="{6362D6DB-06CC-6E4B-A2BF-CB62F43CE1C1}" srcOrd="0" destOrd="0" presId="urn:microsoft.com/office/officeart/2005/8/layout/pyramid2"/>
    <dgm:cxn modelId="{0B25BF89-13B8-5147-BAB7-453595B1608B}" type="presParOf" srcId="{8AFECAAD-8765-C94A-B35E-CABB9B50B62E}" destId="{647F109B-ED31-4D4F-A87E-9840DEECFBD5}" srcOrd="1" destOrd="0" presId="urn:microsoft.com/office/officeart/2005/8/layout/pyramid2"/>
    <dgm:cxn modelId="{6EE81F66-F65F-B340-B99D-1B9CCD9222ED}" type="presParOf" srcId="{647F109B-ED31-4D4F-A87E-9840DEECFBD5}" destId="{D89D06D6-0EE4-3C45-B713-8AD2A8F01ACE}" srcOrd="0" destOrd="0" presId="urn:microsoft.com/office/officeart/2005/8/layout/pyramid2"/>
    <dgm:cxn modelId="{F4BE2AE3-8AEE-EA4E-9A55-EE5AF41C8C8B}" type="presParOf" srcId="{647F109B-ED31-4D4F-A87E-9840DEECFBD5}" destId="{257D27EF-966F-7241-A721-4A6E48490B70}" srcOrd="1" destOrd="0" presId="urn:microsoft.com/office/officeart/2005/8/layout/pyramid2"/>
    <dgm:cxn modelId="{0027ACEF-8C75-5449-8BEA-CAC4177FE45F}" type="presParOf" srcId="{647F109B-ED31-4D4F-A87E-9840DEECFBD5}" destId="{BD809573-E181-5845-AEE1-F0E58A117903}" srcOrd="2" destOrd="0" presId="urn:microsoft.com/office/officeart/2005/8/layout/pyramid2"/>
    <dgm:cxn modelId="{E0BA17FE-762F-7247-BEB6-49B56B78264D}" type="presParOf" srcId="{647F109B-ED31-4D4F-A87E-9840DEECFBD5}" destId="{94A0BF54-9087-8142-919D-236CBD46E397}" srcOrd="3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505B106-1F74-504C-A6D4-A7D544FD5659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2798FB2A-F5FE-3443-AE55-8BB27F7795EA}">
      <dgm:prSet/>
      <dgm:spPr/>
      <dgm:t>
        <a:bodyPr/>
        <a:lstStyle/>
        <a:p>
          <a:r>
            <a:rPr lang="fr-FR" dirty="0"/>
            <a:t>Pourquoi développer la qualité ?</a:t>
          </a:r>
          <a:endParaRPr lang="fr-SN" dirty="0"/>
        </a:p>
      </dgm:t>
    </dgm:pt>
    <dgm:pt modelId="{4E2235A9-B5A0-BC41-AF8A-8107E8AB5596}" type="parTrans" cxnId="{26B2977E-E94D-574E-A82E-6982D6ECBCC8}">
      <dgm:prSet/>
      <dgm:spPr/>
      <dgm:t>
        <a:bodyPr/>
        <a:lstStyle/>
        <a:p>
          <a:endParaRPr lang="fr-FR"/>
        </a:p>
      </dgm:t>
    </dgm:pt>
    <dgm:pt modelId="{D05A41BA-B755-5F4A-B8D2-769B1946D849}" type="sibTrans" cxnId="{26B2977E-E94D-574E-A82E-6982D6ECBCC8}">
      <dgm:prSet/>
      <dgm:spPr/>
      <dgm:t>
        <a:bodyPr/>
        <a:lstStyle/>
        <a:p>
          <a:endParaRPr lang="fr-FR"/>
        </a:p>
      </dgm:t>
    </dgm:pt>
    <dgm:pt modelId="{C4871E72-EF0C-4946-8C33-B4B285D41C49}">
      <dgm:prSet/>
      <dgm:spPr/>
      <dgm:t>
        <a:bodyPr/>
        <a:lstStyle/>
        <a:p>
          <a:r>
            <a:rPr lang="fr-SN" b="1" dirty="0"/>
            <a:t>Mondialisation et meilleure accessibilité́ aux produits alimentaires </a:t>
          </a:r>
          <a:endParaRPr lang="fr-SN" dirty="0"/>
        </a:p>
      </dgm:t>
    </dgm:pt>
    <dgm:pt modelId="{ACF2CFEF-E159-C24C-AC80-38381BE5B7C2}" type="parTrans" cxnId="{A377ABC4-EE6E-5548-9847-495330D455CB}">
      <dgm:prSet/>
      <dgm:spPr/>
      <dgm:t>
        <a:bodyPr/>
        <a:lstStyle/>
        <a:p>
          <a:endParaRPr lang="fr-FR"/>
        </a:p>
      </dgm:t>
    </dgm:pt>
    <dgm:pt modelId="{66535F28-393A-824E-8E22-B76A4609A060}" type="sibTrans" cxnId="{A377ABC4-EE6E-5548-9847-495330D455CB}">
      <dgm:prSet/>
      <dgm:spPr/>
      <dgm:t>
        <a:bodyPr/>
        <a:lstStyle/>
        <a:p>
          <a:endParaRPr lang="fr-FR"/>
        </a:p>
      </dgm:t>
    </dgm:pt>
    <dgm:pt modelId="{0506A4D9-2FBF-7E4A-A7A0-00F18CC674D3}">
      <dgm:prSet/>
      <dgm:spPr/>
      <dgm:t>
        <a:bodyPr/>
        <a:lstStyle/>
        <a:p>
          <a:r>
            <a:rPr lang="fr-SN" b="1" dirty="0"/>
            <a:t>Maitrise des risques chroniques ou aigus potentiels dans les produits </a:t>
          </a:r>
          <a:endParaRPr lang="fr-SN" dirty="0"/>
        </a:p>
      </dgm:t>
    </dgm:pt>
    <dgm:pt modelId="{A8F6A466-6275-8842-9A20-C52A4D1BC789}" type="parTrans" cxnId="{53A9BD8C-2A4C-CF4B-9AF2-15025066363D}">
      <dgm:prSet/>
      <dgm:spPr/>
      <dgm:t>
        <a:bodyPr/>
        <a:lstStyle/>
        <a:p>
          <a:endParaRPr lang="fr-FR"/>
        </a:p>
      </dgm:t>
    </dgm:pt>
    <dgm:pt modelId="{6FD12F62-C2E1-8649-BD53-F04338B295BE}" type="sibTrans" cxnId="{53A9BD8C-2A4C-CF4B-9AF2-15025066363D}">
      <dgm:prSet/>
      <dgm:spPr/>
      <dgm:t>
        <a:bodyPr/>
        <a:lstStyle/>
        <a:p>
          <a:endParaRPr lang="fr-FR"/>
        </a:p>
      </dgm:t>
    </dgm:pt>
    <dgm:pt modelId="{AF39EC81-45E8-8C44-8A17-6B0FB6120AD6}" type="pres">
      <dgm:prSet presAssocID="{2505B106-1F74-504C-A6D4-A7D544FD565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836D7CD-1DD0-4646-ABD9-2536E6DAF0BD}" type="pres">
      <dgm:prSet presAssocID="{2798FB2A-F5FE-3443-AE55-8BB27F7795EA}" presName="root" presStyleCnt="0"/>
      <dgm:spPr/>
    </dgm:pt>
    <dgm:pt modelId="{A2F904E1-680A-C84A-A116-7415D085C94E}" type="pres">
      <dgm:prSet presAssocID="{2798FB2A-F5FE-3443-AE55-8BB27F7795EA}" presName="rootComposite" presStyleCnt="0"/>
      <dgm:spPr/>
    </dgm:pt>
    <dgm:pt modelId="{1C103D9D-7B8A-624E-8581-9EA6A7F0CB4F}" type="pres">
      <dgm:prSet presAssocID="{2798FB2A-F5FE-3443-AE55-8BB27F7795EA}" presName="rootText" presStyleLbl="node1" presStyleIdx="0" presStyleCnt="1" custScaleX="489249"/>
      <dgm:spPr/>
    </dgm:pt>
    <dgm:pt modelId="{2C1076FA-C9B8-E941-BE66-C4848237BE6C}" type="pres">
      <dgm:prSet presAssocID="{2798FB2A-F5FE-3443-AE55-8BB27F7795EA}" presName="rootConnector" presStyleLbl="node1" presStyleIdx="0" presStyleCnt="1"/>
      <dgm:spPr/>
    </dgm:pt>
    <dgm:pt modelId="{55C9D907-9020-BE47-AF39-3474EAED5D6C}" type="pres">
      <dgm:prSet presAssocID="{2798FB2A-F5FE-3443-AE55-8BB27F7795EA}" presName="childShape" presStyleCnt="0"/>
      <dgm:spPr/>
    </dgm:pt>
    <dgm:pt modelId="{F49E9198-39D8-964A-8DAD-9F0668C5BACF}" type="pres">
      <dgm:prSet presAssocID="{A8F6A466-6275-8842-9A20-C52A4D1BC789}" presName="Name13" presStyleLbl="parChTrans1D2" presStyleIdx="0" presStyleCnt="2"/>
      <dgm:spPr/>
    </dgm:pt>
    <dgm:pt modelId="{64E6BF97-FEC7-6E4C-B459-9BD0DE2E038B}" type="pres">
      <dgm:prSet presAssocID="{0506A4D9-2FBF-7E4A-A7A0-00F18CC674D3}" presName="childText" presStyleLbl="bgAcc1" presStyleIdx="0" presStyleCnt="2" custScaleX="732475" custScaleY="159630">
        <dgm:presLayoutVars>
          <dgm:bulletEnabled val="1"/>
        </dgm:presLayoutVars>
      </dgm:prSet>
      <dgm:spPr/>
    </dgm:pt>
    <dgm:pt modelId="{EE1E0ABB-376B-0942-AD0E-8CC9B60EF7A5}" type="pres">
      <dgm:prSet presAssocID="{ACF2CFEF-E159-C24C-AC80-38381BE5B7C2}" presName="Name13" presStyleLbl="parChTrans1D2" presStyleIdx="1" presStyleCnt="2"/>
      <dgm:spPr/>
    </dgm:pt>
    <dgm:pt modelId="{DF785AC5-03AC-9C40-99A9-A7A246B34836}" type="pres">
      <dgm:prSet presAssocID="{C4871E72-EF0C-4946-8C33-B4B285D41C49}" presName="childText" presStyleLbl="bgAcc1" presStyleIdx="1" presStyleCnt="2" custScaleX="856187" custScaleY="164029">
        <dgm:presLayoutVars>
          <dgm:bulletEnabled val="1"/>
        </dgm:presLayoutVars>
      </dgm:prSet>
      <dgm:spPr/>
    </dgm:pt>
  </dgm:ptLst>
  <dgm:cxnLst>
    <dgm:cxn modelId="{1E75E125-3432-0546-93A6-A2C2D6854C09}" type="presOf" srcId="{A8F6A466-6275-8842-9A20-C52A4D1BC789}" destId="{F49E9198-39D8-964A-8DAD-9F0668C5BACF}" srcOrd="0" destOrd="0" presId="urn:microsoft.com/office/officeart/2005/8/layout/hierarchy3"/>
    <dgm:cxn modelId="{7673642E-72BE-EF4C-BD77-DF5A666B6E44}" type="presOf" srcId="{C4871E72-EF0C-4946-8C33-B4B285D41C49}" destId="{DF785AC5-03AC-9C40-99A9-A7A246B34836}" srcOrd="0" destOrd="0" presId="urn:microsoft.com/office/officeart/2005/8/layout/hierarchy3"/>
    <dgm:cxn modelId="{F1445462-FA1D-2446-8617-D6614E9979EE}" type="presOf" srcId="{2798FB2A-F5FE-3443-AE55-8BB27F7795EA}" destId="{1C103D9D-7B8A-624E-8581-9EA6A7F0CB4F}" srcOrd="0" destOrd="0" presId="urn:microsoft.com/office/officeart/2005/8/layout/hierarchy3"/>
    <dgm:cxn modelId="{26B2977E-E94D-574E-A82E-6982D6ECBCC8}" srcId="{2505B106-1F74-504C-A6D4-A7D544FD5659}" destId="{2798FB2A-F5FE-3443-AE55-8BB27F7795EA}" srcOrd="0" destOrd="0" parTransId="{4E2235A9-B5A0-BC41-AF8A-8107E8AB5596}" sibTransId="{D05A41BA-B755-5F4A-B8D2-769B1946D849}"/>
    <dgm:cxn modelId="{53A9BD8C-2A4C-CF4B-9AF2-15025066363D}" srcId="{2798FB2A-F5FE-3443-AE55-8BB27F7795EA}" destId="{0506A4D9-2FBF-7E4A-A7A0-00F18CC674D3}" srcOrd="0" destOrd="0" parTransId="{A8F6A466-6275-8842-9A20-C52A4D1BC789}" sibTransId="{6FD12F62-C2E1-8649-BD53-F04338B295BE}"/>
    <dgm:cxn modelId="{16F6DAAF-6F09-BD47-A8E3-EAAD3478093B}" type="presOf" srcId="{2505B106-1F74-504C-A6D4-A7D544FD5659}" destId="{AF39EC81-45E8-8C44-8A17-6B0FB6120AD6}" srcOrd="0" destOrd="0" presId="urn:microsoft.com/office/officeart/2005/8/layout/hierarchy3"/>
    <dgm:cxn modelId="{A377ABC4-EE6E-5548-9847-495330D455CB}" srcId="{2798FB2A-F5FE-3443-AE55-8BB27F7795EA}" destId="{C4871E72-EF0C-4946-8C33-B4B285D41C49}" srcOrd="1" destOrd="0" parTransId="{ACF2CFEF-E159-C24C-AC80-38381BE5B7C2}" sibTransId="{66535F28-393A-824E-8E22-B76A4609A060}"/>
    <dgm:cxn modelId="{05A680DA-0546-4B42-930F-A884195E3A78}" type="presOf" srcId="{ACF2CFEF-E159-C24C-AC80-38381BE5B7C2}" destId="{EE1E0ABB-376B-0942-AD0E-8CC9B60EF7A5}" srcOrd="0" destOrd="0" presId="urn:microsoft.com/office/officeart/2005/8/layout/hierarchy3"/>
    <dgm:cxn modelId="{616E40F4-3C95-0545-93D5-9BDA2831C466}" type="presOf" srcId="{0506A4D9-2FBF-7E4A-A7A0-00F18CC674D3}" destId="{64E6BF97-FEC7-6E4C-B459-9BD0DE2E038B}" srcOrd="0" destOrd="0" presId="urn:microsoft.com/office/officeart/2005/8/layout/hierarchy3"/>
    <dgm:cxn modelId="{E7350DFD-2793-2B4A-94AF-46C670E97FE3}" type="presOf" srcId="{2798FB2A-F5FE-3443-AE55-8BB27F7795EA}" destId="{2C1076FA-C9B8-E941-BE66-C4848237BE6C}" srcOrd="1" destOrd="0" presId="urn:microsoft.com/office/officeart/2005/8/layout/hierarchy3"/>
    <dgm:cxn modelId="{232EB4E3-9F6E-F94F-ABC0-16FB73743104}" type="presParOf" srcId="{AF39EC81-45E8-8C44-8A17-6B0FB6120AD6}" destId="{8836D7CD-1DD0-4646-ABD9-2536E6DAF0BD}" srcOrd="0" destOrd="0" presId="urn:microsoft.com/office/officeart/2005/8/layout/hierarchy3"/>
    <dgm:cxn modelId="{E99096B4-40AD-F246-B8B3-4123F22197DB}" type="presParOf" srcId="{8836D7CD-1DD0-4646-ABD9-2536E6DAF0BD}" destId="{A2F904E1-680A-C84A-A116-7415D085C94E}" srcOrd="0" destOrd="0" presId="urn:microsoft.com/office/officeart/2005/8/layout/hierarchy3"/>
    <dgm:cxn modelId="{ED7A5121-F720-204C-A5DC-0DB9DB056C9A}" type="presParOf" srcId="{A2F904E1-680A-C84A-A116-7415D085C94E}" destId="{1C103D9D-7B8A-624E-8581-9EA6A7F0CB4F}" srcOrd="0" destOrd="0" presId="urn:microsoft.com/office/officeart/2005/8/layout/hierarchy3"/>
    <dgm:cxn modelId="{28713C7C-9295-084C-9A60-31D246000893}" type="presParOf" srcId="{A2F904E1-680A-C84A-A116-7415D085C94E}" destId="{2C1076FA-C9B8-E941-BE66-C4848237BE6C}" srcOrd="1" destOrd="0" presId="urn:microsoft.com/office/officeart/2005/8/layout/hierarchy3"/>
    <dgm:cxn modelId="{DE0509C9-40DD-5747-80C1-BAA397220214}" type="presParOf" srcId="{8836D7CD-1DD0-4646-ABD9-2536E6DAF0BD}" destId="{55C9D907-9020-BE47-AF39-3474EAED5D6C}" srcOrd="1" destOrd="0" presId="urn:microsoft.com/office/officeart/2005/8/layout/hierarchy3"/>
    <dgm:cxn modelId="{D2965DE7-6188-7241-8DC5-6A80A0FA2530}" type="presParOf" srcId="{55C9D907-9020-BE47-AF39-3474EAED5D6C}" destId="{F49E9198-39D8-964A-8DAD-9F0668C5BACF}" srcOrd="0" destOrd="0" presId="urn:microsoft.com/office/officeart/2005/8/layout/hierarchy3"/>
    <dgm:cxn modelId="{FF25F772-A4FD-6C4F-8E27-A360974BAA82}" type="presParOf" srcId="{55C9D907-9020-BE47-AF39-3474EAED5D6C}" destId="{64E6BF97-FEC7-6E4C-B459-9BD0DE2E038B}" srcOrd="1" destOrd="0" presId="urn:microsoft.com/office/officeart/2005/8/layout/hierarchy3"/>
    <dgm:cxn modelId="{0C251403-4C8F-F541-AC01-43166FBAEDDA}" type="presParOf" srcId="{55C9D907-9020-BE47-AF39-3474EAED5D6C}" destId="{EE1E0ABB-376B-0942-AD0E-8CC9B60EF7A5}" srcOrd="2" destOrd="0" presId="urn:microsoft.com/office/officeart/2005/8/layout/hierarchy3"/>
    <dgm:cxn modelId="{8CA12746-E850-304D-89A7-5EC73E535B69}" type="presParOf" srcId="{55C9D907-9020-BE47-AF39-3474EAED5D6C}" destId="{DF785AC5-03AC-9C40-99A9-A7A246B34836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EAA8E6F-7C09-AC47-A7C9-ACC9CA9DC6A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E17BFCEB-1AD7-8542-88D6-5353CA486B85}">
      <dgm:prSet phldrT="[Texte]"/>
      <dgm:spPr/>
      <dgm:t>
        <a:bodyPr/>
        <a:lstStyle/>
        <a:p>
          <a:r>
            <a:rPr lang="fr-SN" b="1" dirty="0"/>
            <a:t>Maitrise des risques, chroniques ou aigus potentiels dans les produits : Principes HACCP</a:t>
          </a:r>
          <a:endParaRPr lang="fr-FR" dirty="0"/>
        </a:p>
      </dgm:t>
    </dgm:pt>
    <dgm:pt modelId="{997199E0-FAF7-6241-A6FD-E399984D148C}" type="parTrans" cxnId="{7626321E-0BE3-FA46-B16F-15DC334837E5}">
      <dgm:prSet/>
      <dgm:spPr/>
      <dgm:t>
        <a:bodyPr/>
        <a:lstStyle/>
        <a:p>
          <a:endParaRPr lang="fr-FR"/>
        </a:p>
      </dgm:t>
    </dgm:pt>
    <dgm:pt modelId="{FE5CC534-11B5-8E45-883C-70FC74D18C82}" type="sibTrans" cxnId="{7626321E-0BE3-FA46-B16F-15DC334837E5}">
      <dgm:prSet/>
      <dgm:spPr/>
      <dgm:t>
        <a:bodyPr/>
        <a:lstStyle/>
        <a:p>
          <a:endParaRPr lang="fr-FR"/>
        </a:p>
      </dgm:t>
    </dgm:pt>
    <dgm:pt modelId="{8AA5B330-8D8D-7741-8B55-A8776D033D52}">
      <dgm:prSet phldrT="[Texte]"/>
      <dgm:spPr/>
      <dgm:t>
        <a:bodyPr/>
        <a:lstStyle/>
        <a:p>
          <a:r>
            <a:rPr lang="fr-SN" b="1" dirty="0"/>
            <a:t>Principaux types de risques pour les consommateurs: </a:t>
          </a:r>
          <a:endParaRPr lang="fr-FR" dirty="0"/>
        </a:p>
      </dgm:t>
    </dgm:pt>
    <dgm:pt modelId="{19B9A774-CA8A-EE42-9521-035B76748009}" type="parTrans" cxnId="{8322168F-4848-D64C-9DD9-B0DF60E47181}">
      <dgm:prSet/>
      <dgm:spPr/>
      <dgm:t>
        <a:bodyPr/>
        <a:lstStyle/>
        <a:p>
          <a:endParaRPr lang="fr-FR"/>
        </a:p>
      </dgm:t>
    </dgm:pt>
    <dgm:pt modelId="{2D12152A-55D5-FC47-BCA6-D0D06A374EFB}" type="sibTrans" cxnId="{8322168F-4848-D64C-9DD9-B0DF60E47181}">
      <dgm:prSet/>
      <dgm:spPr/>
      <dgm:t>
        <a:bodyPr/>
        <a:lstStyle/>
        <a:p>
          <a:endParaRPr lang="fr-FR"/>
        </a:p>
      </dgm:t>
    </dgm:pt>
    <dgm:pt modelId="{F563558F-A69D-794A-A63F-23E56A86A808}" type="pres">
      <dgm:prSet presAssocID="{6EAA8E6F-7C09-AC47-A7C9-ACC9CA9DC6AF}" presName="linear" presStyleCnt="0">
        <dgm:presLayoutVars>
          <dgm:animLvl val="lvl"/>
          <dgm:resizeHandles val="exact"/>
        </dgm:presLayoutVars>
      </dgm:prSet>
      <dgm:spPr/>
    </dgm:pt>
    <dgm:pt modelId="{E7A324C1-8558-504A-BCF7-E171429E0F4F}" type="pres">
      <dgm:prSet presAssocID="{E17BFCEB-1AD7-8542-88D6-5353CA486B8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4528B085-EB33-3342-820D-4B5E94233B7C}" type="pres">
      <dgm:prSet presAssocID="{E17BFCEB-1AD7-8542-88D6-5353CA486B8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7626321E-0BE3-FA46-B16F-15DC334837E5}" srcId="{6EAA8E6F-7C09-AC47-A7C9-ACC9CA9DC6AF}" destId="{E17BFCEB-1AD7-8542-88D6-5353CA486B85}" srcOrd="0" destOrd="0" parTransId="{997199E0-FAF7-6241-A6FD-E399984D148C}" sibTransId="{FE5CC534-11B5-8E45-883C-70FC74D18C82}"/>
    <dgm:cxn modelId="{6A393760-4598-EF4F-BD17-14A115051E28}" type="presOf" srcId="{E17BFCEB-1AD7-8542-88D6-5353CA486B85}" destId="{E7A324C1-8558-504A-BCF7-E171429E0F4F}" srcOrd="0" destOrd="0" presId="urn:microsoft.com/office/officeart/2005/8/layout/vList2"/>
    <dgm:cxn modelId="{8322168F-4848-D64C-9DD9-B0DF60E47181}" srcId="{E17BFCEB-1AD7-8542-88D6-5353CA486B85}" destId="{8AA5B330-8D8D-7741-8B55-A8776D033D52}" srcOrd="0" destOrd="0" parTransId="{19B9A774-CA8A-EE42-9521-035B76748009}" sibTransId="{2D12152A-55D5-FC47-BCA6-D0D06A374EFB}"/>
    <dgm:cxn modelId="{40B53EB6-6499-7D45-A103-C9DFFAC1A72B}" type="presOf" srcId="{8AA5B330-8D8D-7741-8B55-A8776D033D52}" destId="{4528B085-EB33-3342-820D-4B5E94233B7C}" srcOrd="0" destOrd="0" presId="urn:microsoft.com/office/officeart/2005/8/layout/vList2"/>
    <dgm:cxn modelId="{3DAC76BD-0BEB-3645-A3D7-34DCC01C464C}" type="presOf" srcId="{6EAA8E6F-7C09-AC47-A7C9-ACC9CA9DC6AF}" destId="{F563558F-A69D-794A-A63F-23E56A86A808}" srcOrd="0" destOrd="0" presId="urn:microsoft.com/office/officeart/2005/8/layout/vList2"/>
    <dgm:cxn modelId="{FAC084D6-457F-F94E-A160-D68F1F62FC3C}" type="presParOf" srcId="{F563558F-A69D-794A-A63F-23E56A86A808}" destId="{E7A324C1-8558-504A-BCF7-E171429E0F4F}" srcOrd="0" destOrd="0" presId="urn:microsoft.com/office/officeart/2005/8/layout/vList2"/>
    <dgm:cxn modelId="{EE15558C-B4CB-4F4B-964E-E643329C7091}" type="presParOf" srcId="{F563558F-A69D-794A-A63F-23E56A86A808}" destId="{4528B085-EB33-3342-820D-4B5E94233B7C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F521EB3-8DB8-D341-A8D7-2446C1CBD372}" type="doc">
      <dgm:prSet loTypeId="urn:microsoft.com/office/officeart/2005/8/layout/target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B77B44FB-2E8F-3A45-A058-8F3291E01C70}">
      <dgm:prSet phldrT="[Texte]" custT="1"/>
      <dgm:spPr/>
      <dgm:t>
        <a:bodyPr/>
        <a:lstStyle/>
        <a:p>
          <a:r>
            <a:rPr lang="fr-SN" sz="1600" i="1" dirty="0"/>
            <a:t>Les risques microbiologiques </a:t>
          </a:r>
          <a:endParaRPr lang="fr-FR" sz="1600" dirty="0"/>
        </a:p>
      </dgm:t>
    </dgm:pt>
    <dgm:pt modelId="{92928736-726D-6A4C-8C0A-0E9D3655A515}" type="parTrans" cxnId="{22E74960-EA66-3642-8DA8-688704C2F1B6}">
      <dgm:prSet/>
      <dgm:spPr/>
      <dgm:t>
        <a:bodyPr/>
        <a:lstStyle/>
        <a:p>
          <a:endParaRPr lang="fr-FR"/>
        </a:p>
      </dgm:t>
    </dgm:pt>
    <dgm:pt modelId="{935F5D90-F77C-834F-8C9F-0C2B49D7544D}" type="sibTrans" cxnId="{22E74960-EA66-3642-8DA8-688704C2F1B6}">
      <dgm:prSet/>
      <dgm:spPr/>
      <dgm:t>
        <a:bodyPr/>
        <a:lstStyle/>
        <a:p>
          <a:endParaRPr lang="fr-FR"/>
        </a:p>
      </dgm:t>
    </dgm:pt>
    <dgm:pt modelId="{362CA4F0-13BF-904E-A4B7-5D2D88F7B2B1}">
      <dgm:prSet phldrT="[Texte]" custT="1"/>
      <dgm:spPr/>
      <dgm:t>
        <a:bodyPr/>
        <a:lstStyle/>
        <a:p>
          <a:r>
            <a:rPr lang="fr-SN" sz="1600" i="1" dirty="0"/>
            <a:t>Les résidus de pesticides</a:t>
          </a:r>
          <a:endParaRPr lang="fr-FR" sz="1600" dirty="0"/>
        </a:p>
      </dgm:t>
    </dgm:pt>
    <dgm:pt modelId="{FB03CF11-D171-A743-8B40-FE751A3078AB}" type="parTrans" cxnId="{36304FA9-6CBD-5C40-9757-164F142905CB}">
      <dgm:prSet/>
      <dgm:spPr/>
      <dgm:t>
        <a:bodyPr/>
        <a:lstStyle/>
        <a:p>
          <a:endParaRPr lang="fr-FR"/>
        </a:p>
      </dgm:t>
    </dgm:pt>
    <dgm:pt modelId="{687A6AE0-5CC9-E944-AEC8-4EB7017C5D2C}" type="sibTrans" cxnId="{36304FA9-6CBD-5C40-9757-164F142905CB}">
      <dgm:prSet/>
      <dgm:spPr/>
      <dgm:t>
        <a:bodyPr/>
        <a:lstStyle/>
        <a:p>
          <a:endParaRPr lang="fr-FR"/>
        </a:p>
      </dgm:t>
    </dgm:pt>
    <dgm:pt modelId="{6DDBE878-A865-4F4A-9D58-1464F5463747}">
      <dgm:prSet phldrT="[Texte]" custT="1"/>
      <dgm:spPr/>
      <dgm:t>
        <a:bodyPr/>
        <a:lstStyle/>
        <a:p>
          <a:r>
            <a:rPr lang="fr-SN" sz="1600" i="1" dirty="0"/>
            <a:t>le mauvais usage des additifs alimentaires</a:t>
          </a:r>
          <a:r>
            <a:rPr lang="fr-SN" sz="1400" i="1" dirty="0"/>
            <a:t> </a:t>
          </a:r>
          <a:endParaRPr lang="fr-FR" sz="1400" dirty="0"/>
        </a:p>
      </dgm:t>
    </dgm:pt>
    <dgm:pt modelId="{C7AD924C-0A14-7D41-B67C-2FA9044E086D}" type="parTrans" cxnId="{C447B243-1922-014C-BDE4-B8EF3D6C9DCA}">
      <dgm:prSet/>
      <dgm:spPr/>
      <dgm:t>
        <a:bodyPr/>
        <a:lstStyle/>
        <a:p>
          <a:endParaRPr lang="fr-FR"/>
        </a:p>
      </dgm:t>
    </dgm:pt>
    <dgm:pt modelId="{ED5A0F9A-DE05-1644-BC8D-8CC257F0830A}" type="sibTrans" cxnId="{C447B243-1922-014C-BDE4-B8EF3D6C9DCA}">
      <dgm:prSet/>
      <dgm:spPr/>
      <dgm:t>
        <a:bodyPr/>
        <a:lstStyle/>
        <a:p>
          <a:endParaRPr lang="fr-FR"/>
        </a:p>
      </dgm:t>
    </dgm:pt>
    <dgm:pt modelId="{AB911C66-D270-B94D-B406-462264D00DE9}">
      <dgm:prSet custT="1"/>
      <dgm:spPr/>
      <dgm:t>
        <a:bodyPr/>
        <a:lstStyle/>
        <a:p>
          <a:r>
            <a:rPr lang="fr-SN" sz="1600" i="1" dirty="0"/>
            <a:t>les polluants chimiques, notamment les toxines biologiques</a:t>
          </a:r>
          <a:r>
            <a:rPr lang="fr-SN" sz="1500" i="1" dirty="0"/>
            <a:t> </a:t>
          </a:r>
          <a:endParaRPr lang="fr-FR" sz="1500" dirty="0"/>
        </a:p>
      </dgm:t>
    </dgm:pt>
    <dgm:pt modelId="{0E334BFB-1A4B-A248-BD58-33C12B6F190D}" type="parTrans" cxnId="{B2437F2B-4CB0-554B-AB4B-0B3379DE3B48}">
      <dgm:prSet/>
      <dgm:spPr/>
      <dgm:t>
        <a:bodyPr/>
        <a:lstStyle/>
        <a:p>
          <a:endParaRPr lang="fr-FR"/>
        </a:p>
      </dgm:t>
    </dgm:pt>
    <dgm:pt modelId="{C878533A-EF21-BC48-A467-0F0E34956B08}" type="sibTrans" cxnId="{B2437F2B-4CB0-554B-AB4B-0B3379DE3B48}">
      <dgm:prSet/>
      <dgm:spPr/>
      <dgm:t>
        <a:bodyPr/>
        <a:lstStyle/>
        <a:p>
          <a:endParaRPr lang="fr-FR"/>
        </a:p>
      </dgm:t>
    </dgm:pt>
    <dgm:pt modelId="{D47383DD-196D-D845-B475-27B98B020030}">
      <dgm:prSet custT="1"/>
      <dgm:spPr/>
      <dgm:t>
        <a:bodyPr/>
        <a:lstStyle/>
        <a:p>
          <a:r>
            <a:rPr lang="fr-SN" sz="1600" i="1" dirty="0"/>
            <a:t>la falsification des produits</a:t>
          </a:r>
          <a:endParaRPr lang="fr-FR" sz="1600" dirty="0"/>
        </a:p>
      </dgm:t>
    </dgm:pt>
    <dgm:pt modelId="{9C2D739F-4EEF-B849-86F1-DEDA2E6DEC99}" type="parTrans" cxnId="{04772741-C1A7-C742-8D5F-7F4B89604DEA}">
      <dgm:prSet/>
      <dgm:spPr/>
      <dgm:t>
        <a:bodyPr/>
        <a:lstStyle/>
        <a:p>
          <a:endParaRPr lang="fr-FR"/>
        </a:p>
      </dgm:t>
    </dgm:pt>
    <dgm:pt modelId="{4E5C938F-DF9E-FA4D-9C3A-E8C680549DD4}" type="sibTrans" cxnId="{04772741-C1A7-C742-8D5F-7F4B89604DEA}">
      <dgm:prSet/>
      <dgm:spPr/>
      <dgm:t>
        <a:bodyPr/>
        <a:lstStyle/>
        <a:p>
          <a:endParaRPr lang="fr-FR"/>
        </a:p>
      </dgm:t>
    </dgm:pt>
    <dgm:pt modelId="{729DDC80-A467-3343-95F5-A56616675F6F}">
      <dgm:prSet/>
      <dgm:spPr/>
      <dgm:t>
        <a:bodyPr/>
        <a:lstStyle/>
        <a:p>
          <a:endParaRPr lang="fr-FR"/>
        </a:p>
      </dgm:t>
    </dgm:pt>
    <dgm:pt modelId="{C7031DE9-32DC-F543-8E24-8F7333857A5A}" type="parTrans" cxnId="{6D45D7EE-3A62-8C4A-AD0D-6AD8D9CD8D0E}">
      <dgm:prSet/>
      <dgm:spPr/>
      <dgm:t>
        <a:bodyPr/>
        <a:lstStyle/>
        <a:p>
          <a:endParaRPr lang="fr-FR"/>
        </a:p>
      </dgm:t>
    </dgm:pt>
    <dgm:pt modelId="{35B5FF6C-B51D-C445-813C-77C8B2A70421}" type="sibTrans" cxnId="{6D45D7EE-3A62-8C4A-AD0D-6AD8D9CD8D0E}">
      <dgm:prSet/>
      <dgm:spPr/>
      <dgm:t>
        <a:bodyPr/>
        <a:lstStyle/>
        <a:p>
          <a:endParaRPr lang="fr-FR"/>
        </a:p>
      </dgm:t>
    </dgm:pt>
    <dgm:pt modelId="{BFA16B9A-6D86-874A-AB27-F64391CFA115}">
      <dgm:prSet/>
      <dgm:spPr/>
      <dgm:t>
        <a:bodyPr/>
        <a:lstStyle/>
        <a:p>
          <a:endParaRPr lang="fr-FR"/>
        </a:p>
      </dgm:t>
    </dgm:pt>
    <dgm:pt modelId="{F4B0FE3A-C2B9-5344-B784-ED59E902CCA9}" type="parTrans" cxnId="{105443F6-F41F-7347-8296-DE4B60879DB8}">
      <dgm:prSet/>
      <dgm:spPr/>
      <dgm:t>
        <a:bodyPr/>
        <a:lstStyle/>
        <a:p>
          <a:endParaRPr lang="fr-FR"/>
        </a:p>
      </dgm:t>
    </dgm:pt>
    <dgm:pt modelId="{30AC10E3-45AD-F848-8E38-172018207177}" type="sibTrans" cxnId="{105443F6-F41F-7347-8296-DE4B60879DB8}">
      <dgm:prSet/>
      <dgm:spPr/>
      <dgm:t>
        <a:bodyPr/>
        <a:lstStyle/>
        <a:p>
          <a:endParaRPr lang="fr-FR"/>
        </a:p>
      </dgm:t>
    </dgm:pt>
    <dgm:pt modelId="{4263D8EE-2D4D-C74E-855C-6B769AAC74BD}">
      <dgm:prSet/>
      <dgm:spPr/>
      <dgm:t>
        <a:bodyPr/>
        <a:lstStyle/>
        <a:p>
          <a:endParaRPr lang="fr-FR"/>
        </a:p>
      </dgm:t>
    </dgm:pt>
    <dgm:pt modelId="{48A09A1F-477D-2F42-823B-CE15741A9B07}" type="parTrans" cxnId="{0E11C948-4B8D-CB4A-9559-760E9939F772}">
      <dgm:prSet/>
      <dgm:spPr/>
      <dgm:t>
        <a:bodyPr/>
        <a:lstStyle/>
        <a:p>
          <a:endParaRPr lang="fr-FR"/>
        </a:p>
      </dgm:t>
    </dgm:pt>
    <dgm:pt modelId="{B04B2656-E631-7346-AD77-747E08641CE9}" type="sibTrans" cxnId="{0E11C948-4B8D-CB4A-9559-760E9939F772}">
      <dgm:prSet/>
      <dgm:spPr/>
      <dgm:t>
        <a:bodyPr/>
        <a:lstStyle/>
        <a:p>
          <a:endParaRPr lang="fr-FR"/>
        </a:p>
      </dgm:t>
    </dgm:pt>
    <dgm:pt modelId="{D1328F44-4D3D-5C46-B295-E4148F76876C}">
      <dgm:prSet/>
      <dgm:spPr/>
      <dgm:t>
        <a:bodyPr/>
        <a:lstStyle/>
        <a:p>
          <a:endParaRPr lang="fr-FR"/>
        </a:p>
      </dgm:t>
    </dgm:pt>
    <dgm:pt modelId="{8EF594B1-B5CA-BA43-90AC-88EFD04F199D}" type="parTrans" cxnId="{7EEF9A4B-7E6D-6341-A163-A56094BD411B}">
      <dgm:prSet/>
      <dgm:spPr/>
      <dgm:t>
        <a:bodyPr/>
        <a:lstStyle/>
        <a:p>
          <a:endParaRPr lang="fr-FR"/>
        </a:p>
      </dgm:t>
    </dgm:pt>
    <dgm:pt modelId="{4A90F635-3815-7148-B9E3-87EE6FB90D5A}" type="sibTrans" cxnId="{7EEF9A4B-7E6D-6341-A163-A56094BD411B}">
      <dgm:prSet/>
      <dgm:spPr/>
      <dgm:t>
        <a:bodyPr/>
        <a:lstStyle/>
        <a:p>
          <a:endParaRPr lang="fr-FR"/>
        </a:p>
      </dgm:t>
    </dgm:pt>
    <dgm:pt modelId="{8FC365CB-5DDC-CD46-A94E-3170DD37C076}">
      <dgm:prSet/>
      <dgm:spPr/>
      <dgm:t>
        <a:bodyPr/>
        <a:lstStyle/>
        <a:p>
          <a:endParaRPr lang="fr-FR"/>
        </a:p>
      </dgm:t>
    </dgm:pt>
    <dgm:pt modelId="{9429A88C-00D1-BD43-A948-11AC0BFE2DF9}" type="parTrans" cxnId="{BE973AC4-9F21-5445-84B0-A9155FA98043}">
      <dgm:prSet/>
      <dgm:spPr/>
      <dgm:t>
        <a:bodyPr/>
        <a:lstStyle/>
        <a:p>
          <a:endParaRPr lang="fr-FR"/>
        </a:p>
      </dgm:t>
    </dgm:pt>
    <dgm:pt modelId="{6F56662F-5472-084D-B1DD-EC94B9D3E967}" type="sibTrans" cxnId="{BE973AC4-9F21-5445-84B0-A9155FA98043}">
      <dgm:prSet/>
      <dgm:spPr/>
      <dgm:t>
        <a:bodyPr/>
        <a:lstStyle/>
        <a:p>
          <a:endParaRPr lang="fr-FR"/>
        </a:p>
      </dgm:t>
    </dgm:pt>
    <dgm:pt modelId="{34BAE8B2-5328-B646-9DC5-19B897B8892C}">
      <dgm:prSet/>
      <dgm:spPr/>
      <dgm:t>
        <a:bodyPr/>
        <a:lstStyle/>
        <a:p>
          <a:endParaRPr lang="fr-FR"/>
        </a:p>
      </dgm:t>
    </dgm:pt>
    <dgm:pt modelId="{D85C0CBE-D3B8-804F-9557-4FD3FC9EBE79}" type="parTrans" cxnId="{CD4F2219-42D0-6644-8932-F0EE80C46FB6}">
      <dgm:prSet/>
      <dgm:spPr/>
      <dgm:t>
        <a:bodyPr/>
        <a:lstStyle/>
        <a:p>
          <a:endParaRPr lang="fr-FR"/>
        </a:p>
      </dgm:t>
    </dgm:pt>
    <dgm:pt modelId="{2D4A3D68-306B-B64F-B6E6-71B4B58E71D0}" type="sibTrans" cxnId="{CD4F2219-42D0-6644-8932-F0EE80C46FB6}">
      <dgm:prSet/>
      <dgm:spPr/>
      <dgm:t>
        <a:bodyPr/>
        <a:lstStyle/>
        <a:p>
          <a:endParaRPr lang="fr-FR"/>
        </a:p>
      </dgm:t>
    </dgm:pt>
    <dgm:pt modelId="{53159E81-24E3-B141-971E-6E0223FC8086}">
      <dgm:prSet/>
      <dgm:spPr/>
      <dgm:t>
        <a:bodyPr/>
        <a:lstStyle/>
        <a:p>
          <a:endParaRPr lang="fr-FR"/>
        </a:p>
      </dgm:t>
    </dgm:pt>
    <dgm:pt modelId="{1B301E0B-29FC-0F4B-8B34-6FE38AB17BC9}" type="parTrans" cxnId="{43723E99-D510-324B-966F-DB5B1BCB1556}">
      <dgm:prSet/>
      <dgm:spPr/>
      <dgm:t>
        <a:bodyPr/>
        <a:lstStyle/>
        <a:p>
          <a:endParaRPr lang="fr-FR"/>
        </a:p>
      </dgm:t>
    </dgm:pt>
    <dgm:pt modelId="{C82D549C-61BF-7B4B-9070-C679E84AE844}" type="sibTrans" cxnId="{43723E99-D510-324B-966F-DB5B1BCB1556}">
      <dgm:prSet/>
      <dgm:spPr/>
      <dgm:t>
        <a:bodyPr/>
        <a:lstStyle/>
        <a:p>
          <a:endParaRPr lang="fr-FR"/>
        </a:p>
      </dgm:t>
    </dgm:pt>
    <dgm:pt modelId="{F3AF98A3-2BCA-5B42-AAA3-04E7ED194809}">
      <dgm:prSet/>
      <dgm:spPr/>
      <dgm:t>
        <a:bodyPr/>
        <a:lstStyle/>
        <a:p>
          <a:endParaRPr lang="fr-FR"/>
        </a:p>
      </dgm:t>
    </dgm:pt>
    <dgm:pt modelId="{1556B912-5931-6941-8625-011DC893CAB5}" type="parTrans" cxnId="{2DB00DB9-2073-D44E-8363-3168E2F622E1}">
      <dgm:prSet/>
      <dgm:spPr/>
      <dgm:t>
        <a:bodyPr/>
        <a:lstStyle/>
        <a:p>
          <a:endParaRPr lang="fr-FR"/>
        </a:p>
      </dgm:t>
    </dgm:pt>
    <dgm:pt modelId="{BB42CD34-6D88-154D-B733-10C318827008}" type="sibTrans" cxnId="{2DB00DB9-2073-D44E-8363-3168E2F622E1}">
      <dgm:prSet/>
      <dgm:spPr/>
      <dgm:t>
        <a:bodyPr/>
        <a:lstStyle/>
        <a:p>
          <a:endParaRPr lang="fr-FR"/>
        </a:p>
      </dgm:t>
    </dgm:pt>
    <dgm:pt modelId="{CBBF142A-84CA-FB41-BA89-7D27D84B6F47}" type="pres">
      <dgm:prSet presAssocID="{0F521EB3-8DB8-D341-A8D7-2446C1CBD372}" presName="composite" presStyleCnt="0">
        <dgm:presLayoutVars>
          <dgm:chMax val="5"/>
          <dgm:dir/>
          <dgm:resizeHandles val="exact"/>
        </dgm:presLayoutVars>
      </dgm:prSet>
      <dgm:spPr/>
    </dgm:pt>
    <dgm:pt modelId="{D8344173-F9DC-A048-B81E-69CA9DB4EC37}" type="pres">
      <dgm:prSet presAssocID="{B77B44FB-2E8F-3A45-A058-8F3291E01C70}" presName="circle1" presStyleLbl="lnNode1" presStyleIdx="0" presStyleCnt="5"/>
      <dgm:spPr/>
    </dgm:pt>
    <dgm:pt modelId="{43CF44BE-7B6F-CF47-8FD0-2F21BD4AAC4B}" type="pres">
      <dgm:prSet presAssocID="{B77B44FB-2E8F-3A45-A058-8F3291E01C70}" presName="text1" presStyleLbl="revTx" presStyleIdx="0" presStyleCnt="5">
        <dgm:presLayoutVars>
          <dgm:bulletEnabled val="1"/>
        </dgm:presLayoutVars>
      </dgm:prSet>
      <dgm:spPr/>
    </dgm:pt>
    <dgm:pt modelId="{3C240CFA-E2D3-C74D-8E74-A223B07286A2}" type="pres">
      <dgm:prSet presAssocID="{B77B44FB-2E8F-3A45-A058-8F3291E01C70}" presName="line1" presStyleLbl="callout" presStyleIdx="0" presStyleCnt="10"/>
      <dgm:spPr/>
    </dgm:pt>
    <dgm:pt modelId="{C1F824A7-76D0-0841-9A57-5E410067F35C}" type="pres">
      <dgm:prSet presAssocID="{B77B44FB-2E8F-3A45-A058-8F3291E01C70}" presName="d1" presStyleLbl="callout" presStyleIdx="1" presStyleCnt="10"/>
      <dgm:spPr/>
    </dgm:pt>
    <dgm:pt modelId="{2C117146-C193-6046-AFA7-C42F320A642E}" type="pres">
      <dgm:prSet presAssocID="{362CA4F0-13BF-904E-A4B7-5D2D88F7B2B1}" presName="circle2" presStyleLbl="lnNode1" presStyleIdx="1" presStyleCnt="5"/>
      <dgm:spPr/>
    </dgm:pt>
    <dgm:pt modelId="{80D37335-B37E-384C-AD8D-66D330B2AC28}" type="pres">
      <dgm:prSet presAssocID="{362CA4F0-13BF-904E-A4B7-5D2D88F7B2B1}" presName="text2" presStyleLbl="revTx" presStyleIdx="1" presStyleCnt="5">
        <dgm:presLayoutVars>
          <dgm:bulletEnabled val="1"/>
        </dgm:presLayoutVars>
      </dgm:prSet>
      <dgm:spPr/>
    </dgm:pt>
    <dgm:pt modelId="{EAC87544-56F2-9C40-8ABD-2A123DFC6C88}" type="pres">
      <dgm:prSet presAssocID="{362CA4F0-13BF-904E-A4B7-5D2D88F7B2B1}" presName="line2" presStyleLbl="callout" presStyleIdx="2" presStyleCnt="10"/>
      <dgm:spPr/>
    </dgm:pt>
    <dgm:pt modelId="{3184B7E6-5DDA-FD4B-93E3-63FBA69DD3A7}" type="pres">
      <dgm:prSet presAssocID="{362CA4F0-13BF-904E-A4B7-5D2D88F7B2B1}" presName="d2" presStyleLbl="callout" presStyleIdx="3" presStyleCnt="10"/>
      <dgm:spPr/>
    </dgm:pt>
    <dgm:pt modelId="{A726B258-91E4-0D4B-BCD2-321C854D5D05}" type="pres">
      <dgm:prSet presAssocID="{6DDBE878-A865-4F4A-9D58-1464F5463747}" presName="circle3" presStyleLbl="lnNode1" presStyleIdx="2" presStyleCnt="5"/>
      <dgm:spPr/>
    </dgm:pt>
    <dgm:pt modelId="{1A348576-F3C2-9B44-BFFD-607FA894A3B6}" type="pres">
      <dgm:prSet presAssocID="{6DDBE878-A865-4F4A-9D58-1464F5463747}" presName="text3" presStyleLbl="revTx" presStyleIdx="2" presStyleCnt="5">
        <dgm:presLayoutVars>
          <dgm:bulletEnabled val="1"/>
        </dgm:presLayoutVars>
      </dgm:prSet>
      <dgm:spPr/>
    </dgm:pt>
    <dgm:pt modelId="{DC6A4E11-2659-154A-A1C5-96CEDB2B15E5}" type="pres">
      <dgm:prSet presAssocID="{6DDBE878-A865-4F4A-9D58-1464F5463747}" presName="line3" presStyleLbl="callout" presStyleIdx="4" presStyleCnt="10"/>
      <dgm:spPr/>
    </dgm:pt>
    <dgm:pt modelId="{DE37BEE3-781D-694B-A085-35D45714697F}" type="pres">
      <dgm:prSet presAssocID="{6DDBE878-A865-4F4A-9D58-1464F5463747}" presName="d3" presStyleLbl="callout" presStyleIdx="5" presStyleCnt="10"/>
      <dgm:spPr/>
    </dgm:pt>
    <dgm:pt modelId="{AC1AA888-16F6-064F-A494-7293824479D8}" type="pres">
      <dgm:prSet presAssocID="{AB911C66-D270-B94D-B406-462264D00DE9}" presName="circle4" presStyleLbl="lnNode1" presStyleIdx="3" presStyleCnt="5"/>
      <dgm:spPr/>
    </dgm:pt>
    <dgm:pt modelId="{C0C603A7-5148-3749-A8F7-AA5DBD626E40}" type="pres">
      <dgm:prSet presAssocID="{AB911C66-D270-B94D-B406-462264D00DE9}" presName="text4" presStyleLbl="revTx" presStyleIdx="3" presStyleCnt="5">
        <dgm:presLayoutVars>
          <dgm:bulletEnabled val="1"/>
        </dgm:presLayoutVars>
      </dgm:prSet>
      <dgm:spPr/>
    </dgm:pt>
    <dgm:pt modelId="{CA446535-5A9F-B845-8A5C-FA984AE2E6B3}" type="pres">
      <dgm:prSet presAssocID="{AB911C66-D270-B94D-B406-462264D00DE9}" presName="line4" presStyleLbl="callout" presStyleIdx="6" presStyleCnt="10"/>
      <dgm:spPr/>
    </dgm:pt>
    <dgm:pt modelId="{D1F92C7B-1FB8-D142-8ED6-966BE3F4B276}" type="pres">
      <dgm:prSet presAssocID="{AB911C66-D270-B94D-B406-462264D00DE9}" presName="d4" presStyleLbl="callout" presStyleIdx="7" presStyleCnt="10"/>
      <dgm:spPr/>
    </dgm:pt>
    <dgm:pt modelId="{83212209-FAD8-C44F-A4CE-8B9C9EB43C72}" type="pres">
      <dgm:prSet presAssocID="{D47383DD-196D-D845-B475-27B98B020030}" presName="circle5" presStyleLbl="lnNode1" presStyleIdx="4" presStyleCnt="5"/>
      <dgm:spPr/>
    </dgm:pt>
    <dgm:pt modelId="{A974A389-B006-0C49-871B-4DF24586C686}" type="pres">
      <dgm:prSet presAssocID="{D47383DD-196D-D845-B475-27B98B020030}" presName="text5" presStyleLbl="revTx" presStyleIdx="4" presStyleCnt="5">
        <dgm:presLayoutVars>
          <dgm:bulletEnabled val="1"/>
        </dgm:presLayoutVars>
      </dgm:prSet>
      <dgm:spPr/>
    </dgm:pt>
    <dgm:pt modelId="{DFF6B375-84DF-9644-9DA5-F29BA51C7623}" type="pres">
      <dgm:prSet presAssocID="{D47383DD-196D-D845-B475-27B98B020030}" presName="line5" presStyleLbl="callout" presStyleIdx="8" presStyleCnt="10"/>
      <dgm:spPr/>
    </dgm:pt>
    <dgm:pt modelId="{39123482-0ABF-E348-8CD2-7CB140521AA2}" type="pres">
      <dgm:prSet presAssocID="{D47383DD-196D-D845-B475-27B98B020030}" presName="d5" presStyleLbl="callout" presStyleIdx="9" presStyleCnt="10"/>
      <dgm:spPr/>
    </dgm:pt>
  </dgm:ptLst>
  <dgm:cxnLst>
    <dgm:cxn modelId="{CD4F2219-42D0-6644-8932-F0EE80C46FB6}" srcId="{0F521EB3-8DB8-D341-A8D7-2446C1CBD372}" destId="{34BAE8B2-5328-B646-9DC5-19B897B8892C}" srcOrd="10" destOrd="0" parTransId="{D85C0CBE-D3B8-804F-9557-4FD3FC9EBE79}" sibTransId="{2D4A3D68-306B-B64F-B6E6-71B4B58E71D0}"/>
    <dgm:cxn modelId="{4A444723-0252-804D-AA5B-2839139E03BB}" type="presOf" srcId="{0F521EB3-8DB8-D341-A8D7-2446C1CBD372}" destId="{CBBF142A-84CA-FB41-BA89-7D27D84B6F47}" srcOrd="0" destOrd="0" presId="urn:microsoft.com/office/officeart/2005/8/layout/target1"/>
    <dgm:cxn modelId="{B2437F2B-4CB0-554B-AB4B-0B3379DE3B48}" srcId="{0F521EB3-8DB8-D341-A8D7-2446C1CBD372}" destId="{AB911C66-D270-B94D-B406-462264D00DE9}" srcOrd="3" destOrd="0" parTransId="{0E334BFB-1A4B-A248-BD58-33C12B6F190D}" sibTransId="{C878533A-EF21-BC48-A467-0F0E34956B08}"/>
    <dgm:cxn modelId="{4AAAA639-CB81-744B-A4AF-ADE0CF68CE74}" type="presOf" srcId="{B77B44FB-2E8F-3A45-A058-8F3291E01C70}" destId="{43CF44BE-7B6F-CF47-8FD0-2F21BD4AAC4B}" srcOrd="0" destOrd="0" presId="urn:microsoft.com/office/officeart/2005/8/layout/target1"/>
    <dgm:cxn modelId="{04772741-C1A7-C742-8D5F-7F4B89604DEA}" srcId="{0F521EB3-8DB8-D341-A8D7-2446C1CBD372}" destId="{D47383DD-196D-D845-B475-27B98B020030}" srcOrd="4" destOrd="0" parTransId="{9C2D739F-4EEF-B849-86F1-DEDA2E6DEC99}" sibTransId="{4E5C938F-DF9E-FA4D-9C3A-E8C680549DD4}"/>
    <dgm:cxn modelId="{C447B243-1922-014C-BDE4-B8EF3D6C9DCA}" srcId="{0F521EB3-8DB8-D341-A8D7-2446C1CBD372}" destId="{6DDBE878-A865-4F4A-9D58-1464F5463747}" srcOrd="2" destOrd="0" parTransId="{C7AD924C-0A14-7D41-B67C-2FA9044E086D}" sibTransId="{ED5A0F9A-DE05-1644-BC8D-8CC257F0830A}"/>
    <dgm:cxn modelId="{0E11C948-4B8D-CB4A-9559-760E9939F772}" srcId="{0F521EB3-8DB8-D341-A8D7-2446C1CBD372}" destId="{4263D8EE-2D4D-C74E-855C-6B769AAC74BD}" srcOrd="7" destOrd="0" parTransId="{48A09A1F-477D-2F42-823B-CE15741A9B07}" sibTransId="{B04B2656-E631-7346-AD77-747E08641CE9}"/>
    <dgm:cxn modelId="{7EEF9A4B-7E6D-6341-A163-A56094BD411B}" srcId="{0F521EB3-8DB8-D341-A8D7-2446C1CBD372}" destId="{D1328F44-4D3D-5C46-B295-E4148F76876C}" srcOrd="8" destOrd="0" parTransId="{8EF594B1-B5CA-BA43-90AC-88EFD04F199D}" sibTransId="{4A90F635-3815-7148-B9E3-87EE6FB90D5A}"/>
    <dgm:cxn modelId="{81C60856-B72A-D049-9ABD-DB8E46762F60}" type="presOf" srcId="{D47383DD-196D-D845-B475-27B98B020030}" destId="{A974A389-B006-0C49-871B-4DF24586C686}" srcOrd="0" destOrd="0" presId="urn:microsoft.com/office/officeart/2005/8/layout/target1"/>
    <dgm:cxn modelId="{22E74960-EA66-3642-8DA8-688704C2F1B6}" srcId="{0F521EB3-8DB8-D341-A8D7-2446C1CBD372}" destId="{B77B44FB-2E8F-3A45-A058-8F3291E01C70}" srcOrd="0" destOrd="0" parTransId="{92928736-726D-6A4C-8C0A-0E9D3655A515}" sibTransId="{935F5D90-F77C-834F-8C9F-0C2B49D7544D}"/>
    <dgm:cxn modelId="{43723E99-D510-324B-966F-DB5B1BCB1556}" srcId="{0F521EB3-8DB8-D341-A8D7-2446C1CBD372}" destId="{53159E81-24E3-B141-971E-6E0223FC8086}" srcOrd="11" destOrd="0" parTransId="{1B301E0B-29FC-0F4B-8B34-6FE38AB17BC9}" sibTransId="{C82D549C-61BF-7B4B-9070-C679E84AE844}"/>
    <dgm:cxn modelId="{6B0125A7-6721-6C48-A965-701CDD558620}" type="presOf" srcId="{6DDBE878-A865-4F4A-9D58-1464F5463747}" destId="{1A348576-F3C2-9B44-BFFD-607FA894A3B6}" srcOrd="0" destOrd="0" presId="urn:microsoft.com/office/officeart/2005/8/layout/target1"/>
    <dgm:cxn modelId="{36304FA9-6CBD-5C40-9757-164F142905CB}" srcId="{0F521EB3-8DB8-D341-A8D7-2446C1CBD372}" destId="{362CA4F0-13BF-904E-A4B7-5D2D88F7B2B1}" srcOrd="1" destOrd="0" parTransId="{FB03CF11-D171-A743-8B40-FE751A3078AB}" sibTransId="{687A6AE0-5CC9-E944-AEC8-4EB7017C5D2C}"/>
    <dgm:cxn modelId="{2DB00DB9-2073-D44E-8363-3168E2F622E1}" srcId="{0F521EB3-8DB8-D341-A8D7-2446C1CBD372}" destId="{F3AF98A3-2BCA-5B42-AAA3-04E7ED194809}" srcOrd="12" destOrd="0" parTransId="{1556B912-5931-6941-8625-011DC893CAB5}" sibTransId="{BB42CD34-6D88-154D-B733-10C318827008}"/>
    <dgm:cxn modelId="{BE973AC4-9F21-5445-84B0-A9155FA98043}" srcId="{0F521EB3-8DB8-D341-A8D7-2446C1CBD372}" destId="{8FC365CB-5DDC-CD46-A94E-3170DD37C076}" srcOrd="9" destOrd="0" parTransId="{9429A88C-00D1-BD43-A948-11AC0BFE2DF9}" sibTransId="{6F56662F-5472-084D-B1DD-EC94B9D3E967}"/>
    <dgm:cxn modelId="{9198D3CA-3C54-5247-B342-5CFD09291B62}" type="presOf" srcId="{AB911C66-D270-B94D-B406-462264D00DE9}" destId="{C0C603A7-5148-3749-A8F7-AA5DBD626E40}" srcOrd="0" destOrd="0" presId="urn:microsoft.com/office/officeart/2005/8/layout/target1"/>
    <dgm:cxn modelId="{6D45D7EE-3A62-8C4A-AD0D-6AD8D9CD8D0E}" srcId="{0F521EB3-8DB8-D341-A8D7-2446C1CBD372}" destId="{729DDC80-A467-3343-95F5-A56616675F6F}" srcOrd="5" destOrd="0" parTransId="{C7031DE9-32DC-F543-8E24-8F7333857A5A}" sibTransId="{35B5FF6C-B51D-C445-813C-77C8B2A70421}"/>
    <dgm:cxn modelId="{105443F6-F41F-7347-8296-DE4B60879DB8}" srcId="{0F521EB3-8DB8-D341-A8D7-2446C1CBD372}" destId="{BFA16B9A-6D86-874A-AB27-F64391CFA115}" srcOrd="6" destOrd="0" parTransId="{F4B0FE3A-C2B9-5344-B784-ED59E902CCA9}" sibTransId="{30AC10E3-45AD-F848-8E38-172018207177}"/>
    <dgm:cxn modelId="{A49CF1FF-39E4-F246-8A70-D0B44E40B0CD}" type="presOf" srcId="{362CA4F0-13BF-904E-A4B7-5D2D88F7B2B1}" destId="{80D37335-B37E-384C-AD8D-66D330B2AC28}" srcOrd="0" destOrd="0" presId="urn:microsoft.com/office/officeart/2005/8/layout/target1"/>
    <dgm:cxn modelId="{23075E49-61D3-FD4E-82BE-DEACA3BFF50C}" type="presParOf" srcId="{CBBF142A-84CA-FB41-BA89-7D27D84B6F47}" destId="{D8344173-F9DC-A048-B81E-69CA9DB4EC37}" srcOrd="0" destOrd="0" presId="urn:microsoft.com/office/officeart/2005/8/layout/target1"/>
    <dgm:cxn modelId="{45C6C835-2293-7B48-ABA2-CA362B58740E}" type="presParOf" srcId="{CBBF142A-84CA-FB41-BA89-7D27D84B6F47}" destId="{43CF44BE-7B6F-CF47-8FD0-2F21BD4AAC4B}" srcOrd="1" destOrd="0" presId="urn:microsoft.com/office/officeart/2005/8/layout/target1"/>
    <dgm:cxn modelId="{CCC93D66-A9EC-614F-A1A2-C0D7A8BB3C88}" type="presParOf" srcId="{CBBF142A-84CA-FB41-BA89-7D27D84B6F47}" destId="{3C240CFA-E2D3-C74D-8E74-A223B07286A2}" srcOrd="2" destOrd="0" presId="urn:microsoft.com/office/officeart/2005/8/layout/target1"/>
    <dgm:cxn modelId="{3621C2D1-B453-9A42-9132-9FE524CBF344}" type="presParOf" srcId="{CBBF142A-84CA-FB41-BA89-7D27D84B6F47}" destId="{C1F824A7-76D0-0841-9A57-5E410067F35C}" srcOrd="3" destOrd="0" presId="urn:microsoft.com/office/officeart/2005/8/layout/target1"/>
    <dgm:cxn modelId="{5CEF0D14-9303-2D46-B509-9730ABB9DCA7}" type="presParOf" srcId="{CBBF142A-84CA-FB41-BA89-7D27D84B6F47}" destId="{2C117146-C193-6046-AFA7-C42F320A642E}" srcOrd="4" destOrd="0" presId="urn:microsoft.com/office/officeart/2005/8/layout/target1"/>
    <dgm:cxn modelId="{D5586AF6-C09E-F84E-B04C-7163F446AF7E}" type="presParOf" srcId="{CBBF142A-84CA-FB41-BA89-7D27D84B6F47}" destId="{80D37335-B37E-384C-AD8D-66D330B2AC28}" srcOrd="5" destOrd="0" presId="urn:microsoft.com/office/officeart/2005/8/layout/target1"/>
    <dgm:cxn modelId="{1DB29213-29F4-2149-8189-399ED122EAFE}" type="presParOf" srcId="{CBBF142A-84CA-FB41-BA89-7D27D84B6F47}" destId="{EAC87544-56F2-9C40-8ABD-2A123DFC6C88}" srcOrd="6" destOrd="0" presId="urn:microsoft.com/office/officeart/2005/8/layout/target1"/>
    <dgm:cxn modelId="{EF9F6139-E63F-5246-BB72-38A6D808E656}" type="presParOf" srcId="{CBBF142A-84CA-FB41-BA89-7D27D84B6F47}" destId="{3184B7E6-5DDA-FD4B-93E3-63FBA69DD3A7}" srcOrd="7" destOrd="0" presId="urn:microsoft.com/office/officeart/2005/8/layout/target1"/>
    <dgm:cxn modelId="{B2B28176-F9B7-0E45-9A69-57C3ACEBB89E}" type="presParOf" srcId="{CBBF142A-84CA-FB41-BA89-7D27D84B6F47}" destId="{A726B258-91E4-0D4B-BCD2-321C854D5D05}" srcOrd="8" destOrd="0" presId="urn:microsoft.com/office/officeart/2005/8/layout/target1"/>
    <dgm:cxn modelId="{1E91F54D-CEF9-724F-97B5-093EB14F5AFA}" type="presParOf" srcId="{CBBF142A-84CA-FB41-BA89-7D27D84B6F47}" destId="{1A348576-F3C2-9B44-BFFD-607FA894A3B6}" srcOrd="9" destOrd="0" presId="urn:microsoft.com/office/officeart/2005/8/layout/target1"/>
    <dgm:cxn modelId="{F22AD5D3-0AF5-514A-97D4-DA6E96EF37B9}" type="presParOf" srcId="{CBBF142A-84CA-FB41-BA89-7D27D84B6F47}" destId="{DC6A4E11-2659-154A-A1C5-96CEDB2B15E5}" srcOrd="10" destOrd="0" presId="urn:microsoft.com/office/officeart/2005/8/layout/target1"/>
    <dgm:cxn modelId="{0055566A-B18C-7847-AE86-2D60A73ED37F}" type="presParOf" srcId="{CBBF142A-84CA-FB41-BA89-7D27D84B6F47}" destId="{DE37BEE3-781D-694B-A085-35D45714697F}" srcOrd="11" destOrd="0" presId="urn:microsoft.com/office/officeart/2005/8/layout/target1"/>
    <dgm:cxn modelId="{A3093CEA-0AAD-0E4E-8789-89FDF45E9D1F}" type="presParOf" srcId="{CBBF142A-84CA-FB41-BA89-7D27D84B6F47}" destId="{AC1AA888-16F6-064F-A494-7293824479D8}" srcOrd="12" destOrd="0" presId="urn:microsoft.com/office/officeart/2005/8/layout/target1"/>
    <dgm:cxn modelId="{A65EF318-B1A5-B04C-9B87-5100AAF8921F}" type="presParOf" srcId="{CBBF142A-84CA-FB41-BA89-7D27D84B6F47}" destId="{C0C603A7-5148-3749-A8F7-AA5DBD626E40}" srcOrd="13" destOrd="0" presId="urn:microsoft.com/office/officeart/2005/8/layout/target1"/>
    <dgm:cxn modelId="{05541565-CAE3-8C49-9CE0-F11B3D73BB12}" type="presParOf" srcId="{CBBF142A-84CA-FB41-BA89-7D27D84B6F47}" destId="{CA446535-5A9F-B845-8A5C-FA984AE2E6B3}" srcOrd="14" destOrd="0" presId="urn:microsoft.com/office/officeart/2005/8/layout/target1"/>
    <dgm:cxn modelId="{06CA8E9F-4EAA-AC4E-B1D5-C2CE7AE16DF2}" type="presParOf" srcId="{CBBF142A-84CA-FB41-BA89-7D27D84B6F47}" destId="{D1F92C7B-1FB8-D142-8ED6-966BE3F4B276}" srcOrd="15" destOrd="0" presId="urn:microsoft.com/office/officeart/2005/8/layout/target1"/>
    <dgm:cxn modelId="{40803594-8C40-6E48-AC60-81605C162982}" type="presParOf" srcId="{CBBF142A-84CA-FB41-BA89-7D27D84B6F47}" destId="{83212209-FAD8-C44F-A4CE-8B9C9EB43C72}" srcOrd="16" destOrd="0" presId="urn:microsoft.com/office/officeart/2005/8/layout/target1"/>
    <dgm:cxn modelId="{86263A96-D9AE-BB42-A29A-DD10435C53F1}" type="presParOf" srcId="{CBBF142A-84CA-FB41-BA89-7D27D84B6F47}" destId="{A974A389-B006-0C49-871B-4DF24586C686}" srcOrd="17" destOrd="0" presId="urn:microsoft.com/office/officeart/2005/8/layout/target1"/>
    <dgm:cxn modelId="{1D9632C5-B5AF-1944-933F-6994E9EB2352}" type="presParOf" srcId="{CBBF142A-84CA-FB41-BA89-7D27D84B6F47}" destId="{DFF6B375-84DF-9644-9DA5-F29BA51C7623}" srcOrd="18" destOrd="0" presId="urn:microsoft.com/office/officeart/2005/8/layout/target1"/>
    <dgm:cxn modelId="{4318E9EB-7184-7F44-8259-121F2F547250}" type="presParOf" srcId="{CBBF142A-84CA-FB41-BA89-7D27D84B6F47}" destId="{39123482-0ABF-E348-8CD2-7CB140521AA2}" srcOrd="19" destOrd="0" presId="urn:microsoft.com/office/officeart/2005/8/layout/target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A0693C7-8E70-0943-B98E-34BA1D4ECCF6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802CCC3-C75A-C24A-86F8-BA6734F12F23}">
      <dgm:prSet phldrT="[Texte]" custT="1"/>
      <dgm:spPr/>
      <dgm:t>
        <a:bodyPr/>
        <a:lstStyle/>
        <a:p>
          <a:r>
            <a:rPr lang="fr-SN" sz="2200" b="1"/>
            <a:t>Qualité́ d’Usage</a:t>
          </a:r>
          <a:br>
            <a:rPr lang="fr-SN" sz="1800" b="1"/>
          </a:br>
          <a:endParaRPr lang="fr-FR" sz="1800" dirty="0"/>
        </a:p>
      </dgm:t>
    </dgm:pt>
    <dgm:pt modelId="{6147E1C9-497F-F54E-8BE4-4AA036B946FA}" type="parTrans" cxnId="{B4F37ECC-65F1-B94B-A95C-6F422368B8D4}">
      <dgm:prSet/>
      <dgm:spPr/>
      <dgm:t>
        <a:bodyPr/>
        <a:lstStyle/>
        <a:p>
          <a:endParaRPr lang="fr-FR"/>
        </a:p>
      </dgm:t>
    </dgm:pt>
    <dgm:pt modelId="{66463E0E-5D7D-B948-83B0-4E9CB84C1B55}" type="sibTrans" cxnId="{B4F37ECC-65F1-B94B-A95C-6F422368B8D4}">
      <dgm:prSet/>
      <dgm:spPr/>
      <dgm:t>
        <a:bodyPr/>
        <a:lstStyle/>
        <a:p>
          <a:endParaRPr lang="fr-FR"/>
        </a:p>
      </dgm:t>
    </dgm:pt>
    <dgm:pt modelId="{391941D3-618D-AC4F-BA58-837119C8FAD9}">
      <dgm:prSet phldrT="[Texte]" custT="1"/>
      <dgm:spPr/>
      <dgm:t>
        <a:bodyPr/>
        <a:lstStyle/>
        <a:p>
          <a:r>
            <a:rPr lang="fr-SN" sz="2200" b="1"/>
            <a:t>Rêve (Naturel, éthique...) </a:t>
          </a:r>
          <a:endParaRPr lang="fr-FR" sz="2200" dirty="0"/>
        </a:p>
      </dgm:t>
    </dgm:pt>
    <dgm:pt modelId="{346450A6-14D3-D342-BD36-82E6E68075C4}" type="parTrans" cxnId="{D6D377AE-F2E0-E042-BE38-EAD268BFB76E}">
      <dgm:prSet/>
      <dgm:spPr/>
      <dgm:t>
        <a:bodyPr/>
        <a:lstStyle/>
        <a:p>
          <a:endParaRPr lang="fr-FR"/>
        </a:p>
      </dgm:t>
    </dgm:pt>
    <dgm:pt modelId="{5431549A-181F-774A-8486-0BF353882005}" type="sibTrans" cxnId="{D6D377AE-F2E0-E042-BE38-EAD268BFB76E}">
      <dgm:prSet/>
      <dgm:spPr/>
      <dgm:t>
        <a:bodyPr/>
        <a:lstStyle/>
        <a:p>
          <a:endParaRPr lang="fr-FR"/>
        </a:p>
      </dgm:t>
    </dgm:pt>
    <dgm:pt modelId="{D1BD91B4-BE83-6347-945B-F82122851333}">
      <dgm:prSet phldrT="[Texte]" custT="1"/>
      <dgm:spPr/>
      <dgm:t>
        <a:bodyPr/>
        <a:lstStyle/>
        <a:p>
          <a:endParaRPr lang="fr-SN" sz="2200" b="1"/>
        </a:p>
        <a:p>
          <a:r>
            <a:rPr lang="fr-SN" sz="2200" b="1"/>
            <a:t>Qualité́ Hygiénique</a:t>
          </a:r>
          <a:br>
            <a:rPr lang="fr-SN" sz="2200" b="1"/>
          </a:br>
          <a:endParaRPr lang="fr-FR" sz="2200" dirty="0"/>
        </a:p>
      </dgm:t>
    </dgm:pt>
    <dgm:pt modelId="{AE3AE95E-0428-4D40-A450-FF36746BAB1E}" type="parTrans" cxnId="{60F4F2FF-5FFA-7D4F-943C-CEAA59CA924E}">
      <dgm:prSet/>
      <dgm:spPr/>
      <dgm:t>
        <a:bodyPr/>
        <a:lstStyle/>
        <a:p>
          <a:endParaRPr lang="fr-FR"/>
        </a:p>
      </dgm:t>
    </dgm:pt>
    <dgm:pt modelId="{908831DE-ACAE-064D-8B69-D88C4494EB75}" type="sibTrans" cxnId="{60F4F2FF-5FFA-7D4F-943C-CEAA59CA924E}">
      <dgm:prSet/>
      <dgm:spPr/>
      <dgm:t>
        <a:bodyPr/>
        <a:lstStyle/>
        <a:p>
          <a:endParaRPr lang="fr-FR"/>
        </a:p>
      </dgm:t>
    </dgm:pt>
    <dgm:pt modelId="{D3BC4939-8FB2-8E4B-B5A6-D974595CF2C4}">
      <dgm:prSet phldrT="[Texte]" custT="1"/>
      <dgm:spPr/>
      <dgm:t>
        <a:bodyPr/>
        <a:lstStyle/>
        <a:p>
          <a:r>
            <a:rPr lang="fr-SN" sz="2200" b="1"/>
            <a:t>Qualité́ Nutritionnelle </a:t>
          </a:r>
          <a:endParaRPr lang="fr-FR" sz="2200" dirty="0"/>
        </a:p>
      </dgm:t>
    </dgm:pt>
    <dgm:pt modelId="{9878D8FD-30B2-8B4A-8C34-63CB48278588}" type="parTrans" cxnId="{617F49C2-DCCE-904B-A9C4-31A33C8BFEDA}">
      <dgm:prSet/>
      <dgm:spPr/>
      <dgm:t>
        <a:bodyPr/>
        <a:lstStyle/>
        <a:p>
          <a:endParaRPr lang="fr-FR"/>
        </a:p>
      </dgm:t>
    </dgm:pt>
    <dgm:pt modelId="{0FFFA2EC-D157-C04A-B546-F63C1F1FF7C0}" type="sibTrans" cxnId="{617F49C2-DCCE-904B-A9C4-31A33C8BFEDA}">
      <dgm:prSet/>
      <dgm:spPr/>
      <dgm:t>
        <a:bodyPr/>
        <a:lstStyle/>
        <a:p>
          <a:endParaRPr lang="fr-FR"/>
        </a:p>
      </dgm:t>
    </dgm:pt>
    <dgm:pt modelId="{1DE3FA56-B115-F94C-89D5-B868828C7C20}">
      <dgm:prSet phldrT="[Texte]" custT="1"/>
      <dgm:spPr/>
      <dgm:t>
        <a:bodyPr/>
        <a:lstStyle/>
        <a:p>
          <a:r>
            <a:rPr lang="fr-SN" sz="2200" b="1"/>
            <a:t>Qualité́ Organoleptique </a:t>
          </a:r>
          <a:endParaRPr lang="fr-FR" sz="2200" dirty="0"/>
        </a:p>
      </dgm:t>
    </dgm:pt>
    <dgm:pt modelId="{B8CE25DF-24D2-244B-9566-16D08E24A66A}" type="parTrans" cxnId="{7485B809-B57F-1747-8CC7-59FE615DADF5}">
      <dgm:prSet/>
      <dgm:spPr/>
      <dgm:t>
        <a:bodyPr/>
        <a:lstStyle/>
        <a:p>
          <a:endParaRPr lang="fr-FR"/>
        </a:p>
      </dgm:t>
    </dgm:pt>
    <dgm:pt modelId="{4EE217C4-AEB0-6B4D-B85B-7764309F4366}" type="sibTrans" cxnId="{7485B809-B57F-1747-8CC7-59FE615DADF5}">
      <dgm:prSet/>
      <dgm:spPr/>
      <dgm:t>
        <a:bodyPr/>
        <a:lstStyle/>
        <a:p>
          <a:endParaRPr lang="fr-FR"/>
        </a:p>
      </dgm:t>
    </dgm:pt>
    <dgm:pt modelId="{3E561748-8EF8-0643-A8B8-0EFA7EBD2AEB}">
      <dgm:prSet custT="1"/>
      <dgm:spPr/>
      <dgm:t>
        <a:bodyPr/>
        <a:lstStyle/>
        <a:p>
          <a:r>
            <a:rPr lang="fr-SN" sz="2200" b="1"/>
            <a:t>Qualité́ Technologique </a:t>
          </a:r>
          <a:endParaRPr lang="fr-SN" sz="2200" dirty="0"/>
        </a:p>
      </dgm:t>
    </dgm:pt>
    <dgm:pt modelId="{E5981251-8766-8B44-8222-712D13BD4577}" type="parTrans" cxnId="{84CF3098-0248-074E-B71D-9BE324FD3F52}">
      <dgm:prSet/>
      <dgm:spPr/>
      <dgm:t>
        <a:bodyPr/>
        <a:lstStyle/>
        <a:p>
          <a:endParaRPr lang="fr-FR"/>
        </a:p>
      </dgm:t>
    </dgm:pt>
    <dgm:pt modelId="{533029FF-6586-F44C-AB13-DD9168B87264}" type="sibTrans" cxnId="{84CF3098-0248-074E-B71D-9BE324FD3F52}">
      <dgm:prSet/>
      <dgm:spPr/>
      <dgm:t>
        <a:bodyPr/>
        <a:lstStyle/>
        <a:p>
          <a:endParaRPr lang="fr-FR"/>
        </a:p>
      </dgm:t>
    </dgm:pt>
    <dgm:pt modelId="{44EACDBB-E679-0747-96BF-C9B0BA542A65}" type="pres">
      <dgm:prSet presAssocID="{1A0693C7-8E70-0943-B98E-34BA1D4ECCF6}" presName="cycle" presStyleCnt="0">
        <dgm:presLayoutVars>
          <dgm:dir/>
          <dgm:resizeHandles val="exact"/>
        </dgm:presLayoutVars>
      </dgm:prSet>
      <dgm:spPr/>
    </dgm:pt>
    <dgm:pt modelId="{0B127B1E-A4DF-304A-8174-A51A53BD1516}" type="pres">
      <dgm:prSet presAssocID="{7802CCC3-C75A-C24A-86F8-BA6734F12F23}" presName="node" presStyleLbl="node1" presStyleIdx="0" presStyleCnt="6" custScaleX="127258">
        <dgm:presLayoutVars>
          <dgm:bulletEnabled val="1"/>
        </dgm:presLayoutVars>
      </dgm:prSet>
      <dgm:spPr/>
    </dgm:pt>
    <dgm:pt modelId="{EFF17A08-8501-9D4B-9634-8E0BEE7740D8}" type="pres">
      <dgm:prSet presAssocID="{66463E0E-5D7D-B948-83B0-4E9CB84C1B55}" presName="sibTrans" presStyleLbl="sibTrans2D1" presStyleIdx="0" presStyleCnt="6"/>
      <dgm:spPr/>
    </dgm:pt>
    <dgm:pt modelId="{18741EFB-348E-EC4A-997F-49D4115352E9}" type="pres">
      <dgm:prSet presAssocID="{66463E0E-5D7D-B948-83B0-4E9CB84C1B55}" presName="connectorText" presStyleLbl="sibTrans2D1" presStyleIdx="0" presStyleCnt="6"/>
      <dgm:spPr/>
    </dgm:pt>
    <dgm:pt modelId="{2D774B59-AF3E-C146-BBE3-548F6DF60345}" type="pres">
      <dgm:prSet presAssocID="{3E561748-8EF8-0643-A8B8-0EFA7EBD2AEB}" presName="node" presStyleLbl="node1" presStyleIdx="1" presStyleCnt="6" custScaleX="145124">
        <dgm:presLayoutVars>
          <dgm:bulletEnabled val="1"/>
        </dgm:presLayoutVars>
      </dgm:prSet>
      <dgm:spPr/>
    </dgm:pt>
    <dgm:pt modelId="{D7E5274D-1CDE-F54A-97F1-F3AE885B97FE}" type="pres">
      <dgm:prSet presAssocID="{533029FF-6586-F44C-AB13-DD9168B87264}" presName="sibTrans" presStyleLbl="sibTrans2D1" presStyleIdx="1" presStyleCnt="6"/>
      <dgm:spPr/>
    </dgm:pt>
    <dgm:pt modelId="{9AC40672-0F6A-C647-ACB7-5383C4A2591F}" type="pres">
      <dgm:prSet presAssocID="{533029FF-6586-F44C-AB13-DD9168B87264}" presName="connectorText" presStyleLbl="sibTrans2D1" presStyleIdx="1" presStyleCnt="6"/>
      <dgm:spPr/>
    </dgm:pt>
    <dgm:pt modelId="{F6AD8451-96AC-3D4E-8D0D-079D4B0461DC}" type="pres">
      <dgm:prSet presAssocID="{391941D3-618D-AC4F-BA58-837119C8FAD9}" presName="node" presStyleLbl="node1" presStyleIdx="2" presStyleCnt="6" custScaleX="165741" custRadScaleRad="98381" custRadScaleInc="-21090">
        <dgm:presLayoutVars>
          <dgm:bulletEnabled val="1"/>
        </dgm:presLayoutVars>
      </dgm:prSet>
      <dgm:spPr/>
    </dgm:pt>
    <dgm:pt modelId="{18E5216B-E05F-4C46-ADA0-F41B272703D8}" type="pres">
      <dgm:prSet presAssocID="{5431549A-181F-774A-8486-0BF353882005}" presName="sibTrans" presStyleLbl="sibTrans2D1" presStyleIdx="2" presStyleCnt="6"/>
      <dgm:spPr/>
    </dgm:pt>
    <dgm:pt modelId="{AC54D1B6-18D5-184B-A07B-C608259FA338}" type="pres">
      <dgm:prSet presAssocID="{5431549A-181F-774A-8486-0BF353882005}" presName="connectorText" presStyleLbl="sibTrans2D1" presStyleIdx="2" presStyleCnt="6"/>
      <dgm:spPr/>
    </dgm:pt>
    <dgm:pt modelId="{F59ED47D-DB00-8B45-8654-3FF971AC8438}" type="pres">
      <dgm:prSet presAssocID="{D1BD91B4-BE83-6347-945B-F82122851333}" presName="node" presStyleLbl="node1" presStyleIdx="3" presStyleCnt="6" custScaleX="126635">
        <dgm:presLayoutVars>
          <dgm:bulletEnabled val="1"/>
        </dgm:presLayoutVars>
      </dgm:prSet>
      <dgm:spPr/>
    </dgm:pt>
    <dgm:pt modelId="{E7DCE85B-D7F0-E54A-AA9C-A13EF09D890A}" type="pres">
      <dgm:prSet presAssocID="{908831DE-ACAE-064D-8B69-D88C4494EB75}" presName="sibTrans" presStyleLbl="sibTrans2D1" presStyleIdx="3" presStyleCnt="6"/>
      <dgm:spPr/>
    </dgm:pt>
    <dgm:pt modelId="{41EE9BD9-48FD-6148-A86F-8C784C5E7528}" type="pres">
      <dgm:prSet presAssocID="{908831DE-ACAE-064D-8B69-D88C4494EB75}" presName="connectorText" presStyleLbl="sibTrans2D1" presStyleIdx="3" presStyleCnt="6"/>
      <dgm:spPr/>
    </dgm:pt>
    <dgm:pt modelId="{C827C106-D319-0A46-8ADE-FE55B95AA752}" type="pres">
      <dgm:prSet presAssocID="{D3BC4939-8FB2-8E4B-B5A6-D974595CF2C4}" presName="node" presStyleLbl="node1" presStyleIdx="4" presStyleCnt="6" custScaleX="152683" custScaleY="114266" custRadScaleRad="97629" custRadScaleInc="11363">
        <dgm:presLayoutVars>
          <dgm:bulletEnabled val="1"/>
        </dgm:presLayoutVars>
      </dgm:prSet>
      <dgm:spPr/>
    </dgm:pt>
    <dgm:pt modelId="{1D1E2350-2C1E-9F4A-B318-36884E00BACA}" type="pres">
      <dgm:prSet presAssocID="{0FFFA2EC-D157-C04A-B546-F63C1F1FF7C0}" presName="sibTrans" presStyleLbl="sibTrans2D1" presStyleIdx="4" presStyleCnt="6"/>
      <dgm:spPr/>
    </dgm:pt>
    <dgm:pt modelId="{FB6F8199-2083-D744-992D-F0ACDF8B787A}" type="pres">
      <dgm:prSet presAssocID="{0FFFA2EC-D157-C04A-B546-F63C1F1FF7C0}" presName="connectorText" presStyleLbl="sibTrans2D1" presStyleIdx="4" presStyleCnt="6"/>
      <dgm:spPr/>
    </dgm:pt>
    <dgm:pt modelId="{63914543-5ABA-8741-86A5-49703E511455}" type="pres">
      <dgm:prSet presAssocID="{1DE3FA56-B115-F94C-89D5-B868828C7C20}" presName="node" presStyleLbl="node1" presStyleIdx="5" presStyleCnt="6" custScaleX="140050">
        <dgm:presLayoutVars>
          <dgm:bulletEnabled val="1"/>
        </dgm:presLayoutVars>
      </dgm:prSet>
      <dgm:spPr/>
    </dgm:pt>
    <dgm:pt modelId="{044380E5-0CF4-4141-8222-290BF3CCE766}" type="pres">
      <dgm:prSet presAssocID="{4EE217C4-AEB0-6B4D-B85B-7764309F4366}" presName="sibTrans" presStyleLbl="sibTrans2D1" presStyleIdx="5" presStyleCnt="6"/>
      <dgm:spPr/>
    </dgm:pt>
    <dgm:pt modelId="{A6A5797C-008F-F444-BB3F-37354574263A}" type="pres">
      <dgm:prSet presAssocID="{4EE217C4-AEB0-6B4D-B85B-7764309F4366}" presName="connectorText" presStyleLbl="sibTrans2D1" presStyleIdx="5" presStyleCnt="6"/>
      <dgm:spPr/>
    </dgm:pt>
  </dgm:ptLst>
  <dgm:cxnLst>
    <dgm:cxn modelId="{52EBFB08-E2D7-8D42-BEF3-1A50B618301E}" type="presOf" srcId="{0FFFA2EC-D157-C04A-B546-F63C1F1FF7C0}" destId="{1D1E2350-2C1E-9F4A-B318-36884E00BACA}" srcOrd="0" destOrd="0" presId="urn:microsoft.com/office/officeart/2005/8/layout/cycle2"/>
    <dgm:cxn modelId="{7485B809-B57F-1747-8CC7-59FE615DADF5}" srcId="{1A0693C7-8E70-0943-B98E-34BA1D4ECCF6}" destId="{1DE3FA56-B115-F94C-89D5-B868828C7C20}" srcOrd="5" destOrd="0" parTransId="{B8CE25DF-24D2-244B-9566-16D08E24A66A}" sibTransId="{4EE217C4-AEB0-6B4D-B85B-7764309F4366}"/>
    <dgm:cxn modelId="{5D4FDC1F-DE52-154B-9B7A-726943154571}" type="presOf" srcId="{1A0693C7-8E70-0943-B98E-34BA1D4ECCF6}" destId="{44EACDBB-E679-0747-96BF-C9B0BA542A65}" srcOrd="0" destOrd="0" presId="urn:microsoft.com/office/officeart/2005/8/layout/cycle2"/>
    <dgm:cxn modelId="{A46DE427-CBCF-0846-92FC-32AB5691EF32}" type="presOf" srcId="{533029FF-6586-F44C-AB13-DD9168B87264}" destId="{9AC40672-0F6A-C647-ACB7-5383C4A2591F}" srcOrd="1" destOrd="0" presId="urn:microsoft.com/office/officeart/2005/8/layout/cycle2"/>
    <dgm:cxn modelId="{D99ADF2A-0671-C94B-AB7E-87E2BDF43BFF}" type="presOf" srcId="{533029FF-6586-F44C-AB13-DD9168B87264}" destId="{D7E5274D-1CDE-F54A-97F1-F3AE885B97FE}" srcOrd="0" destOrd="0" presId="urn:microsoft.com/office/officeart/2005/8/layout/cycle2"/>
    <dgm:cxn modelId="{AE49475A-5323-C543-9744-CDDB8280BB3B}" type="presOf" srcId="{1DE3FA56-B115-F94C-89D5-B868828C7C20}" destId="{63914543-5ABA-8741-86A5-49703E511455}" srcOrd="0" destOrd="0" presId="urn:microsoft.com/office/officeart/2005/8/layout/cycle2"/>
    <dgm:cxn modelId="{F14B1665-C462-CC4F-9BCB-EC03416A104A}" type="presOf" srcId="{0FFFA2EC-D157-C04A-B546-F63C1F1FF7C0}" destId="{FB6F8199-2083-D744-992D-F0ACDF8B787A}" srcOrd="1" destOrd="0" presId="urn:microsoft.com/office/officeart/2005/8/layout/cycle2"/>
    <dgm:cxn modelId="{68AEA368-5E83-3B4F-A81F-2546F84B4171}" type="presOf" srcId="{908831DE-ACAE-064D-8B69-D88C4494EB75}" destId="{E7DCE85B-D7F0-E54A-AA9C-A13EF09D890A}" srcOrd="0" destOrd="0" presId="urn:microsoft.com/office/officeart/2005/8/layout/cycle2"/>
    <dgm:cxn modelId="{8A618471-EE81-F041-A034-4FBEFCCD3E1D}" type="presOf" srcId="{D3BC4939-8FB2-8E4B-B5A6-D974595CF2C4}" destId="{C827C106-D319-0A46-8ADE-FE55B95AA752}" srcOrd="0" destOrd="0" presId="urn:microsoft.com/office/officeart/2005/8/layout/cycle2"/>
    <dgm:cxn modelId="{4EA61791-1DE1-4649-8633-6BF6F044D13F}" type="presOf" srcId="{3E561748-8EF8-0643-A8B8-0EFA7EBD2AEB}" destId="{2D774B59-AF3E-C146-BBE3-548F6DF60345}" srcOrd="0" destOrd="0" presId="urn:microsoft.com/office/officeart/2005/8/layout/cycle2"/>
    <dgm:cxn modelId="{84CF3098-0248-074E-B71D-9BE324FD3F52}" srcId="{1A0693C7-8E70-0943-B98E-34BA1D4ECCF6}" destId="{3E561748-8EF8-0643-A8B8-0EFA7EBD2AEB}" srcOrd="1" destOrd="0" parTransId="{E5981251-8766-8B44-8222-712D13BD4577}" sibTransId="{533029FF-6586-F44C-AB13-DD9168B87264}"/>
    <dgm:cxn modelId="{D6D377AE-F2E0-E042-BE38-EAD268BFB76E}" srcId="{1A0693C7-8E70-0943-B98E-34BA1D4ECCF6}" destId="{391941D3-618D-AC4F-BA58-837119C8FAD9}" srcOrd="2" destOrd="0" parTransId="{346450A6-14D3-D342-BD36-82E6E68075C4}" sibTransId="{5431549A-181F-774A-8486-0BF353882005}"/>
    <dgm:cxn modelId="{BA6F7EAE-16E4-1B4F-923A-E2BABEC1EE49}" type="presOf" srcId="{5431549A-181F-774A-8486-0BF353882005}" destId="{AC54D1B6-18D5-184B-A07B-C608259FA338}" srcOrd="1" destOrd="0" presId="urn:microsoft.com/office/officeart/2005/8/layout/cycle2"/>
    <dgm:cxn modelId="{216EE1B4-4E45-A741-A4A9-C1C82C2384F6}" type="presOf" srcId="{7802CCC3-C75A-C24A-86F8-BA6734F12F23}" destId="{0B127B1E-A4DF-304A-8174-A51A53BD1516}" srcOrd="0" destOrd="0" presId="urn:microsoft.com/office/officeart/2005/8/layout/cycle2"/>
    <dgm:cxn modelId="{5FA422B8-5EFB-244B-8A7B-48B4A1473510}" type="presOf" srcId="{4EE217C4-AEB0-6B4D-B85B-7764309F4366}" destId="{044380E5-0CF4-4141-8222-290BF3CCE766}" srcOrd="0" destOrd="0" presId="urn:microsoft.com/office/officeart/2005/8/layout/cycle2"/>
    <dgm:cxn modelId="{88B64EBE-03E0-634D-BF53-C499EE7B36C4}" type="presOf" srcId="{4EE217C4-AEB0-6B4D-B85B-7764309F4366}" destId="{A6A5797C-008F-F444-BB3F-37354574263A}" srcOrd="1" destOrd="0" presId="urn:microsoft.com/office/officeart/2005/8/layout/cycle2"/>
    <dgm:cxn modelId="{294BC1BE-4A45-2F42-9021-58B5913A734C}" type="presOf" srcId="{D1BD91B4-BE83-6347-945B-F82122851333}" destId="{F59ED47D-DB00-8B45-8654-3FF971AC8438}" srcOrd="0" destOrd="0" presId="urn:microsoft.com/office/officeart/2005/8/layout/cycle2"/>
    <dgm:cxn modelId="{617F49C2-DCCE-904B-A9C4-31A33C8BFEDA}" srcId="{1A0693C7-8E70-0943-B98E-34BA1D4ECCF6}" destId="{D3BC4939-8FB2-8E4B-B5A6-D974595CF2C4}" srcOrd="4" destOrd="0" parTransId="{9878D8FD-30B2-8B4A-8C34-63CB48278588}" sibTransId="{0FFFA2EC-D157-C04A-B546-F63C1F1FF7C0}"/>
    <dgm:cxn modelId="{D6B16DC2-361F-A54F-BA0F-3B3B4E18B6F7}" type="presOf" srcId="{5431549A-181F-774A-8486-0BF353882005}" destId="{18E5216B-E05F-4C46-ADA0-F41B272703D8}" srcOrd="0" destOrd="0" presId="urn:microsoft.com/office/officeart/2005/8/layout/cycle2"/>
    <dgm:cxn modelId="{B4F37ECC-65F1-B94B-A95C-6F422368B8D4}" srcId="{1A0693C7-8E70-0943-B98E-34BA1D4ECCF6}" destId="{7802CCC3-C75A-C24A-86F8-BA6734F12F23}" srcOrd="0" destOrd="0" parTransId="{6147E1C9-497F-F54E-8BE4-4AA036B946FA}" sibTransId="{66463E0E-5D7D-B948-83B0-4E9CB84C1B55}"/>
    <dgm:cxn modelId="{D62A88D9-CA8F-4F48-A6C4-6266EDDA6AA0}" type="presOf" srcId="{908831DE-ACAE-064D-8B69-D88C4494EB75}" destId="{41EE9BD9-48FD-6148-A86F-8C784C5E7528}" srcOrd="1" destOrd="0" presId="urn:microsoft.com/office/officeart/2005/8/layout/cycle2"/>
    <dgm:cxn modelId="{EA78EDE0-8EC6-914A-B19C-0DD41E6D4B71}" type="presOf" srcId="{66463E0E-5D7D-B948-83B0-4E9CB84C1B55}" destId="{EFF17A08-8501-9D4B-9634-8E0BEE7740D8}" srcOrd="0" destOrd="0" presId="urn:microsoft.com/office/officeart/2005/8/layout/cycle2"/>
    <dgm:cxn modelId="{E5748DE5-092D-8744-BFD2-4070AF4F3F97}" type="presOf" srcId="{66463E0E-5D7D-B948-83B0-4E9CB84C1B55}" destId="{18741EFB-348E-EC4A-997F-49D4115352E9}" srcOrd="1" destOrd="0" presId="urn:microsoft.com/office/officeart/2005/8/layout/cycle2"/>
    <dgm:cxn modelId="{6B763BE9-E3D3-2544-8C8B-600141FA12D2}" type="presOf" srcId="{391941D3-618D-AC4F-BA58-837119C8FAD9}" destId="{F6AD8451-96AC-3D4E-8D0D-079D4B0461DC}" srcOrd="0" destOrd="0" presId="urn:microsoft.com/office/officeart/2005/8/layout/cycle2"/>
    <dgm:cxn modelId="{60F4F2FF-5FFA-7D4F-943C-CEAA59CA924E}" srcId="{1A0693C7-8E70-0943-B98E-34BA1D4ECCF6}" destId="{D1BD91B4-BE83-6347-945B-F82122851333}" srcOrd="3" destOrd="0" parTransId="{AE3AE95E-0428-4D40-A450-FF36746BAB1E}" sibTransId="{908831DE-ACAE-064D-8B69-D88C4494EB75}"/>
    <dgm:cxn modelId="{2C33E020-7B6F-3744-AE64-C58C817FF5BF}" type="presParOf" srcId="{44EACDBB-E679-0747-96BF-C9B0BA542A65}" destId="{0B127B1E-A4DF-304A-8174-A51A53BD1516}" srcOrd="0" destOrd="0" presId="urn:microsoft.com/office/officeart/2005/8/layout/cycle2"/>
    <dgm:cxn modelId="{A7E1AC85-2621-5744-9F74-ADDC76C75742}" type="presParOf" srcId="{44EACDBB-E679-0747-96BF-C9B0BA542A65}" destId="{EFF17A08-8501-9D4B-9634-8E0BEE7740D8}" srcOrd="1" destOrd="0" presId="urn:microsoft.com/office/officeart/2005/8/layout/cycle2"/>
    <dgm:cxn modelId="{9C8A0DE0-38C9-0F4B-9F78-607738D225EE}" type="presParOf" srcId="{EFF17A08-8501-9D4B-9634-8E0BEE7740D8}" destId="{18741EFB-348E-EC4A-997F-49D4115352E9}" srcOrd="0" destOrd="0" presId="urn:microsoft.com/office/officeart/2005/8/layout/cycle2"/>
    <dgm:cxn modelId="{B6F07001-0236-F342-B34A-A28928216D67}" type="presParOf" srcId="{44EACDBB-E679-0747-96BF-C9B0BA542A65}" destId="{2D774B59-AF3E-C146-BBE3-548F6DF60345}" srcOrd="2" destOrd="0" presId="urn:microsoft.com/office/officeart/2005/8/layout/cycle2"/>
    <dgm:cxn modelId="{B0871E07-5091-954E-82A6-23525E5EFAE5}" type="presParOf" srcId="{44EACDBB-E679-0747-96BF-C9B0BA542A65}" destId="{D7E5274D-1CDE-F54A-97F1-F3AE885B97FE}" srcOrd="3" destOrd="0" presId="urn:microsoft.com/office/officeart/2005/8/layout/cycle2"/>
    <dgm:cxn modelId="{B01FDE82-DB6C-B943-86F0-75B6ACD246B6}" type="presParOf" srcId="{D7E5274D-1CDE-F54A-97F1-F3AE885B97FE}" destId="{9AC40672-0F6A-C647-ACB7-5383C4A2591F}" srcOrd="0" destOrd="0" presId="urn:microsoft.com/office/officeart/2005/8/layout/cycle2"/>
    <dgm:cxn modelId="{50A51C9D-AEEB-A34C-8794-637D8158D578}" type="presParOf" srcId="{44EACDBB-E679-0747-96BF-C9B0BA542A65}" destId="{F6AD8451-96AC-3D4E-8D0D-079D4B0461DC}" srcOrd="4" destOrd="0" presId="urn:microsoft.com/office/officeart/2005/8/layout/cycle2"/>
    <dgm:cxn modelId="{A7A9A240-21AA-B044-BCA2-18818EBCE6E4}" type="presParOf" srcId="{44EACDBB-E679-0747-96BF-C9B0BA542A65}" destId="{18E5216B-E05F-4C46-ADA0-F41B272703D8}" srcOrd="5" destOrd="0" presId="urn:microsoft.com/office/officeart/2005/8/layout/cycle2"/>
    <dgm:cxn modelId="{68CFDAD4-B95A-4744-A6CE-57DAF884263A}" type="presParOf" srcId="{18E5216B-E05F-4C46-ADA0-F41B272703D8}" destId="{AC54D1B6-18D5-184B-A07B-C608259FA338}" srcOrd="0" destOrd="0" presId="urn:microsoft.com/office/officeart/2005/8/layout/cycle2"/>
    <dgm:cxn modelId="{E047B03E-CA65-4D4C-BC2A-0E50B3A12295}" type="presParOf" srcId="{44EACDBB-E679-0747-96BF-C9B0BA542A65}" destId="{F59ED47D-DB00-8B45-8654-3FF971AC8438}" srcOrd="6" destOrd="0" presId="urn:microsoft.com/office/officeart/2005/8/layout/cycle2"/>
    <dgm:cxn modelId="{0ADB6752-F194-9543-9C13-E3220C5D778A}" type="presParOf" srcId="{44EACDBB-E679-0747-96BF-C9B0BA542A65}" destId="{E7DCE85B-D7F0-E54A-AA9C-A13EF09D890A}" srcOrd="7" destOrd="0" presId="urn:microsoft.com/office/officeart/2005/8/layout/cycle2"/>
    <dgm:cxn modelId="{385E126A-B041-C94A-87B1-C3B51429854F}" type="presParOf" srcId="{E7DCE85B-D7F0-E54A-AA9C-A13EF09D890A}" destId="{41EE9BD9-48FD-6148-A86F-8C784C5E7528}" srcOrd="0" destOrd="0" presId="urn:microsoft.com/office/officeart/2005/8/layout/cycle2"/>
    <dgm:cxn modelId="{AEF420B4-48EC-054F-905F-E982ACBEB2A6}" type="presParOf" srcId="{44EACDBB-E679-0747-96BF-C9B0BA542A65}" destId="{C827C106-D319-0A46-8ADE-FE55B95AA752}" srcOrd="8" destOrd="0" presId="urn:microsoft.com/office/officeart/2005/8/layout/cycle2"/>
    <dgm:cxn modelId="{0D8B9B50-D7EA-F646-B983-4965ABFBD0DD}" type="presParOf" srcId="{44EACDBB-E679-0747-96BF-C9B0BA542A65}" destId="{1D1E2350-2C1E-9F4A-B318-36884E00BACA}" srcOrd="9" destOrd="0" presId="urn:microsoft.com/office/officeart/2005/8/layout/cycle2"/>
    <dgm:cxn modelId="{FEB9B005-9436-E946-859E-6CE5BE648BA2}" type="presParOf" srcId="{1D1E2350-2C1E-9F4A-B318-36884E00BACA}" destId="{FB6F8199-2083-D744-992D-F0ACDF8B787A}" srcOrd="0" destOrd="0" presId="urn:microsoft.com/office/officeart/2005/8/layout/cycle2"/>
    <dgm:cxn modelId="{6C68A436-D8A8-1C44-AB20-28A5F39954F5}" type="presParOf" srcId="{44EACDBB-E679-0747-96BF-C9B0BA542A65}" destId="{63914543-5ABA-8741-86A5-49703E511455}" srcOrd="10" destOrd="0" presId="urn:microsoft.com/office/officeart/2005/8/layout/cycle2"/>
    <dgm:cxn modelId="{CF56F77D-D215-9C40-A8DE-15282899FBDE}" type="presParOf" srcId="{44EACDBB-E679-0747-96BF-C9B0BA542A65}" destId="{044380E5-0CF4-4141-8222-290BF3CCE766}" srcOrd="11" destOrd="0" presId="urn:microsoft.com/office/officeart/2005/8/layout/cycle2"/>
    <dgm:cxn modelId="{371673D0-900F-924D-BF7F-50F8FF4696D2}" type="presParOf" srcId="{044380E5-0CF4-4141-8222-290BF3CCE766}" destId="{A6A5797C-008F-F444-BB3F-37354574263A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6E9F90D-4253-DC41-ADE9-A628FE02F96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</dgm:pt>
    <dgm:pt modelId="{6612FBEA-DB65-FF46-A15E-A40F24EC1E35}">
      <dgm:prSet phldrT="[Texte]"/>
      <dgm:spPr/>
      <dgm:t>
        <a:bodyPr/>
        <a:lstStyle/>
        <a:p>
          <a:pPr>
            <a:lnSpc>
              <a:spcPct val="100000"/>
            </a:lnSpc>
          </a:pPr>
          <a:r>
            <a:rPr lang="fr-SN" dirty="0"/>
            <a:t>en matière de qualité́ et de sécurité́ des aliments </a:t>
          </a:r>
          <a:endParaRPr lang="fr-FR" dirty="0"/>
        </a:p>
      </dgm:t>
    </dgm:pt>
    <dgm:pt modelId="{F37DC6C2-B255-C949-B96C-EF18A4C4CB07}" type="parTrans" cxnId="{65D1EBC5-2799-D34B-90F3-BD230DC3DC3F}">
      <dgm:prSet/>
      <dgm:spPr/>
      <dgm:t>
        <a:bodyPr/>
        <a:lstStyle/>
        <a:p>
          <a:endParaRPr lang="fr-FR"/>
        </a:p>
      </dgm:t>
    </dgm:pt>
    <dgm:pt modelId="{1AEBE1D4-3577-3B45-B2A7-7B39C1B70D39}" type="sibTrans" cxnId="{65D1EBC5-2799-D34B-90F3-BD230DC3DC3F}">
      <dgm:prSet/>
      <dgm:spPr/>
      <dgm:t>
        <a:bodyPr/>
        <a:lstStyle/>
        <a:p>
          <a:endParaRPr lang="fr-FR"/>
        </a:p>
      </dgm:t>
    </dgm:pt>
    <dgm:pt modelId="{4C52F968-929A-F740-B9D2-42637048D864}">
      <dgm:prSet phldrT="[Texte]"/>
      <dgm:spPr/>
      <dgm:t>
        <a:bodyPr/>
        <a:lstStyle/>
        <a:p>
          <a:pPr>
            <a:lnSpc>
              <a:spcPct val="100000"/>
            </a:lnSpc>
          </a:pPr>
          <a:r>
            <a:rPr lang="fr-SN" dirty="0"/>
            <a:t>Relatives au respect du bien-être animal </a:t>
          </a:r>
          <a:endParaRPr lang="fr-FR" dirty="0"/>
        </a:p>
      </dgm:t>
    </dgm:pt>
    <dgm:pt modelId="{61ECAE54-FD0C-BB4A-99AC-D7F3296A5A84}" type="parTrans" cxnId="{BE29D5A0-6899-4E44-A7F1-1C4D1F6D720B}">
      <dgm:prSet/>
      <dgm:spPr/>
      <dgm:t>
        <a:bodyPr/>
        <a:lstStyle/>
        <a:p>
          <a:endParaRPr lang="fr-FR"/>
        </a:p>
      </dgm:t>
    </dgm:pt>
    <dgm:pt modelId="{0F755DF6-5843-9948-AC85-733F0E4FF607}" type="sibTrans" cxnId="{BE29D5A0-6899-4E44-A7F1-1C4D1F6D720B}">
      <dgm:prSet/>
      <dgm:spPr/>
      <dgm:t>
        <a:bodyPr/>
        <a:lstStyle/>
        <a:p>
          <a:endParaRPr lang="fr-FR"/>
        </a:p>
      </dgm:t>
    </dgm:pt>
    <dgm:pt modelId="{8132E1F6-6632-CB4F-814A-FB402CE5C685}">
      <dgm:prSet/>
      <dgm:spPr/>
      <dgm:t>
        <a:bodyPr/>
        <a:lstStyle/>
        <a:p>
          <a:pPr>
            <a:lnSpc>
              <a:spcPct val="100000"/>
            </a:lnSpc>
          </a:pPr>
          <a:r>
            <a:rPr lang="fr-SN" dirty="0"/>
            <a:t>relatives à la protection de l’environnement </a:t>
          </a:r>
          <a:endParaRPr lang="fr-FR" dirty="0"/>
        </a:p>
      </dgm:t>
    </dgm:pt>
    <dgm:pt modelId="{36E3AC2D-D359-7344-85C6-E7D210389825}" type="parTrans" cxnId="{FC9C4A37-56BA-2E46-BB5E-F5EA7A13A260}">
      <dgm:prSet/>
      <dgm:spPr/>
      <dgm:t>
        <a:bodyPr/>
        <a:lstStyle/>
        <a:p>
          <a:endParaRPr lang="fr-FR"/>
        </a:p>
      </dgm:t>
    </dgm:pt>
    <dgm:pt modelId="{C303AE08-94C5-174D-9A8B-8EF42EA2DA8A}" type="sibTrans" cxnId="{FC9C4A37-56BA-2E46-BB5E-F5EA7A13A260}">
      <dgm:prSet/>
      <dgm:spPr/>
      <dgm:t>
        <a:bodyPr/>
        <a:lstStyle/>
        <a:p>
          <a:endParaRPr lang="fr-FR"/>
        </a:p>
      </dgm:t>
    </dgm:pt>
    <dgm:pt modelId="{352FFF6F-68A1-124E-81E4-764689E0EE4B}">
      <dgm:prSet/>
      <dgm:spPr/>
      <dgm:t>
        <a:bodyPr/>
        <a:lstStyle/>
        <a:p>
          <a:pPr>
            <a:lnSpc>
              <a:spcPct val="100000"/>
            </a:lnSpc>
          </a:pPr>
          <a:r>
            <a:rPr lang="fr-SN" dirty="0"/>
            <a:t>relatives à l’entretien du paysage</a:t>
          </a:r>
          <a:br>
            <a:rPr lang="fr-SN" dirty="0"/>
          </a:br>
          <a:endParaRPr lang="fr-FR" dirty="0"/>
        </a:p>
      </dgm:t>
    </dgm:pt>
    <dgm:pt modelId="{BC5A85A9-EC67-DC46-A78D-E0603EAC2EAE}" type="parTrans" cxnId="{D65DF27B-C210-2A46-9970-B96000942E27}">
      <dgm:prSet/>
      <dgm:spPr/>
      <dgm:t>
        <a:bodyPr/>
        <a:lstStyle/>
        <a:p>
          <a:endParaRPr lang="fr-FR"/>
        </a:p>
      </dgm:t>
    </dgm:pt>
    <dgm:pt modelId="{E6956CD4-9EF4-174F-ACE5-7D7733BBBF5A}" type="sibTrans" cxnId="{D65DF27B-C210-2A46-9970-B96000942E27}">
      <dgm:prSet/>
      <dgm:spPr/>
      <dgm:t>
        <a:bodyPr/>
        <a:lstStyle/>
        <a:p>
          <a:endParaRPr lang="fr-FR"/>
        </a:p>
      </dgm:t>
    </dgm:pt>
    <dgm:pt modelId="{F6453300-24B9-404E-AFD9-916C59DA3BD0}" type="pres">
      <dgm:prSet presAssocID="{26E9F90D-4253-DC41-ADE9-A628FE02F963}" presName="root" presStyleCnt="0">
        <dgm:presLayoutVars>
          <dgm:dir/>
          <dgm:resizeHandles val="exact"/>
        </dgm:presLayoutVars>
      </dgm:prSet>
      <dgm:spPr/>
    </dgm:pt>
    <dgm:pt modelId="{B2D1CE91-C46D-4978-91E1-F37070B90ABC}" type="pres">
      <dgm:prSet presAssocID="{6612FBEA-DB65-FF46-A15E-A40F24EC1E35}" presName="compNode" presStyleCnt="0"/>
      <dgm:spPr/>
    </dgm:pt>
    <dgm:pt modelId="{9C65172C-1DCB-41D5-9C57-7595AC48197D}" type="pres">
      <dgm:prSet presAssocID="{6612FBEA-DB65-FF46-A15E-A40F24EC1E3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tit-déjeuner"/>
        </a:ext>
      </dgm:extLst>
    </dgm:pt>
    <dgm:pt modelId="{EC6F8D79-CA3C-40A4-98B5-7324C7C79AAB}" type="pres">
      <dgm:prSet presAssocID="{6612FBEA-DB65-FF46-A15E-A40F24EC1E35}" presName="spaceRect" presStyleCnt="0"/>
      <dgm:spPr/>
    </dgm:pt>
    <dgm:pt modelId="{F1A90F03-6C5F-417B-B13C-5DF759CEA356}" type="pres">
      <dgm:prSet presAssocID="{6612FBEA-DB65-FF46-A15E-A40F24EC1E35}" presName="textRect" presStyleLbl="revTx" presStyleIdx="0" presStyleCnt="4">
        <dgm:presLayoutVars>
          <dgm:chMax val="1"/>
          <dgm:chPref val="1"/>
        </dgm:presLayoutVars>
      </dgm:prSet>
      <dgm:spPr/>
    </dgm:pt>
    <dgm:pt modelId="{869A459F-85DF-4CF6-937E-8DD3291A6AD1}" type="pres">
      <dgm:prSet presAssocID="{1AEBE1D4-3577-3B45-B2A7-7B39C1B70D39}" presName="sibTrans" presStyleCnt="0"/>
      <dgm:spPr/>
    </dgm:pt>
    <dgm:pt modelId="{C1586547-AE34-48D8-B85A-6E7A4F90AF48}" type="pres">
      <dgm:prSet presAssocID="{8132E1F6-6632-CB4F-814A-FB402CE5C685}" presName="compNode" presStyleCnt="0"/>
      <dgm:spPr/>
    </dgm:pt>
    <dgm:pt modelId="{96AB932E-BCB6-4B9F-B39D-55077E1BFC13}" type="pres">
      <dgm:prSet presAssocID="{8132E1F6-6632-CB4F-814A-FB402CE5C68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, contour"/>
        </a:ext>
      </dgm:extLst>
    </dgm:pt>
    <dgm:pt modelId="{D321317F-E8B6-4426-8C4A-9B7722E5A05B}" type="pres">
      <dgm:prSet presAssocID="{8132E1F6-6632-CB4F-814A-FB402CE5C685}" presName="spaceRect" presStyleCnt="0"/>
      <dgm:spPr/>
    </dgm:pt>
    <dgm:pt modelId="{59AAFCAE-E447-4A75-BE25-5C782BD3DB8A}" type="pres">
      <dgm:prSet presAssocID="{8132E1F6-6632-CB4F-814A-FB402CE5C685}" presName="textRect" presStyleLbl="revTx" presStyleIdx="1" presStyleCnt="4">
        <dgm:presLayoutVars>
          <dgm:chMax val="1"/>
          <dgm:chPref val="1"/>
        </dgm:presLayoutVars>
      </dgm:prSet>
      <dgm:spPr/>
    </dgm:pt>
    <dgm:pt modelId="{61B1EC04-EF79-4339-B6F8-620E541F70C6}" type="pres">
      <dgm:prSet presAssocID="{C303AE08-94C5-174D-9A8B-8EF42EA2DA8A}" presName="sibTrans" presStyleCnt="0"/>
      <dgm:spPr/>
    </dgm:pt>
    <dgm:pt modelId="{D4E4C260-D87E-474A-B489-5078C81E6E27}" type="pres">
      <dgm:prSet presAssocID="{352FFF6F-68A1-124E-81E4-764689E0EE4B}" presName="compNode" presStyleCnt="0"/>
      <dgm:spPr/>
    </dgm:pt>
    <dgm:pt modelId="{356ED334-7E67-4D95-A9A2-6AFDBAA55DF3}" type="pres">
      <dgm:prSet presAssocID="{352FFF6F-68A1-124E-81E4-764689E0EE4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mille"/>
        </a:ext>
      </dgm:extLst>
    </dgm:pt>
    <dgm:pt modelId="{995B85B2-8163-4D10-B719-CCC0F69D0866}" type="pres">
      <dgm:prSet presAssocID="{352FFF6F-68A1-124E-81E4-764689E0EE4B}" presName="spaceRect" presStyleCnt="0"/>
      <dgm:spPr/>
    </dgm:pt>
    <dgm:pt modelId="{7AE8B85B-3D1D-41AC-AA80-DB970DF0992A}" type="pres">
      <dgm:prSet presAssocID="{352FFF6F-68A1-124E-81E4-764689E0EE4B}" presName="textRect" presStyleLbl="revTx" presStyleIdx="2" presStyleCnt="4">
        <dgm:presLayoutVars>
          <dgm:chMax val="1"/>
          <dgm:chPref val="1"/>
        </dgm:presLayoutVars>
      </dgm:prSet>
      <dgm:spPr/>
    </dgm:pt>
    <dgm:pt modelId="{3F8F447A-A840-4E8E-A2B1-A25A493A16C7}" type="pres">
      <dgm:prSet presAssocID="{E6956CD4-9EF4-174F-ACE5-7D7733BBBF5A}" presName="sibTrans" presStyleCnt="0"/>
      <dgm:spPr/>
    </dgm:pt>
    <dgm:pt modelId="{D335D87C-FDFC-4E9F-83F3-8F948360D561}" type="pres">
      <dgm:prSet presAssocID="{4C52F968-929A-F740-B9D2-42637048D864}" presName="compNode" presStyleCnt="0"/>
      <dgm:spPr/>
    </dgm:pt>
    <dgm:pt modelId="{5ADB33C8-76EF-4096-A2EC-8E1FFFDC89EB}" type="pres">
      <dgm:prSet presAssocID="{4C52F968-929A-F740-B9D2-42637048D86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stoire"/>
        </a:ext>
      </dgm:extLst>
    </dgm:pt>
    <dgm:pt modelId="{68A037B4-118A-497E-AA1E-AAEF39CBEB56}" type="pres">
      <dgm:prSet presAssocID="{4C52F968-929A-F740-B9D2-42637048D864}" presName="spaceRect" presStyleCnt="0"/>
      <dgm:spPr/>
    </dgm:pt>
    <dgm:pt modelId="{F929E4E6-4C82-424C-A417-C6A37FEDF697}" type="pres">
      <dgm:prSet presAssocID="{4C52F968-929A-F740-B9D2-42637048D86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CF3A81E-C1A4-3C4E-8C38-26C133E4236E}" type="presOf" srcId="{4C52F968-929A-F740-B9D2-42637048D864}" destId="{F929E4E6-4C82-424C-A417-C6A37FEDF697}" srcOrd="0" destOrd="0" presId="urn:microsoft.com/office/officeart/2018/2/layout/IconLabelList"/>
    <dgm:cxn modelId="{FC9C4A37-56BA-2E46-BB5E-F5EA7A13A260}" srcId="{26E9F90D-4253-DC41-ADE9-A628FE02F963}" destId="{8132E1F6-6632-CB4F-814A-FB402CE5C685}" srcOrd="1" destOrd="0" parTransId="{36E3AC2D-D359-7344-85C6-E7D210389825}" sibTransId="{C303AE08-94C5-174D-9A8B-8EF42EA2DA8A}"/>
    <dgm:cxn modelId="{D65DF27B-C210-2A46-9970-B96000942E27}" srcId="{26E9F90D-4253-DC41-ADE9-A628FE02F963}" destId="{352FFF6F-68A1-124E-81E4-764689E0EE4B}" srcOrd="2" destOrd="0" parTransId="{BC5A85A9-EC67-DC46-A78D-E0603EAC2EAE}" sibTransId="{E6956CD4-9EF4-174F-ACE5-7D7733BBBF5A}"/>
    <dgm:cxn modelId="{7F27D382-9A3F-8742-84C2-2DF8DEC75C4B}" type="presOf" srcId="{26E9F90D-4253-DC41-ADE9-A628FE02F963}" destId="{F6453300-24B9-404E-AFD9-916C59DA3BD0}" srcOrd="0" destOrd="0" presId="urn:microsoft.com/office/officeart/2018/2/layout/IconLabelList"/>
    <dgm:cxn modelId="{BE29D5A0-6899-4E44-A7F1-1C4D1F6D720B}" srcId="{26E9F90D-4253-DC41-ADE9-A628FE02F963}" destId="{4C52F968-929A-F740-B9D2-42637048D864}" srcOrd="3" destOrd="0" parTransId="{61ECAE54-FD0C-BB4A-99AC-D7F3296A5A84}" sibTransId="{0F755DF6-5843-9948-AC85-733F0E4FF607}"/>
    <dgm:cxn modelId="{61BA94B9-1897-0341-AEDB-01F8F7274C7C}" type="presOf" srcId="{8132E1F6-6632-CB4F-814A-FB402CE5C685}" destId="{59AAFCAE-E447-4A75-BE25-5C782BD3DB8A}" srcOrd="0" destOrd="0" presId="urn:microsoft.com/office/officeart/2018/2/layout/IconLabelList"/>
    <dgm:cxn modelId="{65D1EBC5-2799-D34B-90F3-BD230DC3DC3F}" srcId="{26E9F90D-4253-DC41-ADE9-A628FE02F963}" destId="{6612FBEA-DB65-FF46-A15E-A40F24EC1E35}" srcOrd="0" destOrd="0" parTransId="{F37DC6C2-B255-C949-B96C-EF18A4C4CB07}" sibTransId="{1AEBE1D4-3577-3B45-B2A7-7B39C1B70D39}"/>
    <dgm:cxn modelId="{A950CDCF-366B-7E42-9E2A-FB82D5D77F25}" type="presOf" srcId="{352FFF6F-68A1-124E-81E4-764689E0EE4B}" destId="{7AE8B85B-3D1D-41AC-AA80-DB970DF0992A}" srcOrd="0" destOrd="0" presId="urn:microsoft.com/office/officeart/2018/2/layout/IconLabelList"/>
    <dgm:cxn modelId="{8963E0E1-4B4C-F943-94B0-8659A850FC8B}" type="presOf" srcId="{6612FBEA-DB65-FF46-A15E-A40F24EC1E35}" destId="{F1A90F03-6C5F-417B-B13C-5DF759CEA356}" srcOrd="0" destOrd="0" presId="urn:microsoft.com/office/officeart/2018/2/layout/IconLabelList"/>
    <dgm:cxn modelId="{096D64ED-851C-1D48-A441-E8804F7A4C31}" type="presParOf" srcId="{F6453300-24B9-404E-AFD9-916C59DA3BD0}" destId="{B2D1CE91-C46D-4978-91E1-F37070B90ABC}" srcOrd="0" destOrd="0" presId="urn:microsoft.com/office/officeart/2018/2/layout/IconLabelList"/>
    <dgm:cxn modelId="{23A07172-6285-8A45-AEE4-27A916718FC0}" type="presParOf" srcId="{B2D1CE91-C46D-4978-91E1-F37070B90ABC}" destId="{9C65172C-1DCB-41D5-9C57-7595AC48197D}" srcOrd="0" destOrd="0" presId="urn:microsoft.com/office/officeart/2018/2/layout/IconLabelList"/>
    <dgm:cxn modelId="{26DCD9AD-CF0F-9C40-A486-C9B8445E25F5}" type="presParOf" srcId="{B2D1CE91-C46D-4978-91E1-F37070B90ABC}" destId="{EC6F8D79-CA3C-40A4-98B5-7324C7C79AAB}" srcOrd="1" destOrd="0" presId="urn:microsoft.com/office/officeart/2018/2/layout/IconLabelList"/>
    <dgm:cxn modelId="{0075FE7A-865C-B146-BB49-B586E69359C2}" type="presParOf" srcId="{B2D1CE91-C46D-4978-91E1-F37070B90ABC}" destId="{F1A90F03-6C5F-417B-B13C-5DF759CEA356}" srcOrd="2" destOrd="0" presId="urn:microsoft.com/office/officeart/2018/2/layout/IconLabelList"/>
    <dgm:cxn modelId="{E7CEC369-817F-774E-85E5-3688C2F7C989}" type="presParOf" srcId="{F6453300-24B9-404E-AFD9-916C59DA3BD0}" destId="{869A459F-85DF-4CF6-937E-8DD3291A6AD1}" srcOrd="1" destOrd="0" presId="urn:microsoft.com/office/officeart/2018/2/layout/IconLabelList"/>
    <dgm:cxn modelId="{7F4C4169-0B60-9649-AA3D-2765FD5743A2}" type="presParOf" srcId="{F6453300-24B9-404E-AFD9-916C59DA3BD0}" destId="{C1586547-AE34-48D8-B85A-6E7A4F90AF48}" srcOrd="2" destOrd="0" presId="urn:microsoft.com/office/officeart/2018/2/layout/IconLabelList"/>
    <dgm:cxn modelId="{F990A16C-6BBE-C04C-9A56-46F260DA50BC}" type="presParOf" srcId="{C1586547-AE34-48D8-B85A-6E7A4F90AF48}" destId="{96AB932E-BCB6-4B9F-B39D-55077E1BFC13}" srcOrd="0" destOrd="0" presId="urn:microsoft.com/office/officeart/2018/2/layout/IconLabelList"/>
    <dgm:cxn modelId="{3AE6F445-2AE7-0A47-981F-B20320985744}" type="presParOf" srcId="{C1586547-AE34-48D8-B85A-6E7A4F90AF48}" destId="{D321317F-E8B6-4426-8C4A-9B7722E5A05B}" srcOrd="1" destOrd="0" presId="urn:microsoft.com/office/officeart/2018/2/layout/IconLabelList"/>
    <dgm:cxn modelId="{46EC0D9E-B766-1048-A913-3EADB37D670E}" type="presParOf" srcId="{C1586547-AE34-48D8-B85A-6E7A4F90AF48}" destId="{59AAFCAE-E447-4A75-BE25-5C782BD3DB8A}" srcOrd="2" destOrd="0" presId="urn:microsoft.com/office/officeart/2018/2/layout/IconLabelList"/>
    <dgm:cxn modelId="{6957658C-DC3A-A442-A415-95F9535FE84D}" type="presParOf" srcId="{F6453300-24B9-404E-AFD9-916C59DA3BD0}" destId="{61B1EC04-EF79-4339-B6F8-620E541F70C6}" srcOrd="3" destOrd="0" presId="urn:microsoft.com/office/officeart/2018/2/layout/IconLabelList"/>
    <dgm:cxn modelId="{59D92C6E-99EC-F74F-B84D-8941A8A4FAC6}" type="presParOf" srcId="{F6453300-24B9-404E-AFD9-916C59DA3BD0}" destId="{D4E4C260-D87E-474A-B489-5078C81E6E27}" srcOrd="4" destOrd="0" presId="urn:microsoft.com/office/officeart/2018/2/layout/IconLabelList"/>
    <dgm:cxn modelId="{9BAD2AB0-ADE4-5447-B8C0-5DD374456CEE}" type="presParOf" srcId="{D4E4C260-D87E-474A-B489-5078C81E6E27}" destId="{356ED334-7E67-4D95-A9A2-6AFDBAA55DF3}" srcOrd="0" destOrd="0" presId="urn:microsoft.com/office/officeart/2018/2/layout/IconLabelList"/>
    <dgm:cxn modelId="{EA68CF68-A342-5846-8B8B-104EDB9F3A64}" type="presParOf" srcId="{D4E4C260-D87E-474A-B489-5078C81E6E27}" destId="{995B85B2-8163-4D10-B719-CCC0F69D0866}" srcOrd="1" destOrd="0" presId="urn:microsoft.com/office/officeart/2018/2/layout/IconLabelList"/>
    <dgm:cxn modelId="{1CAD2220-0DD7-A841-A640-4EBD55B56207}" type="presParOf" srcId="{D4E4C260-D87E-474A-B489-5078C81E6E27}" destId="{7AE8B85B-3D1D-41AC-AA80-DB970DF0992A}" srcOrd="2" destOrd="0" presId="urn:microsoft.com/office/officeart/2018/2/layout/IconLabelList"/>
    <dgm:cxn modelId="{87884449-88AD-474D-B30F-C303FD2FDBBA}" type="presParOf" srcId="{F6453300-24B9-404E-AFD9-916C59DA3BD0}" destId="{3F8F447A-A840-4E8E-A2B1-A25A493A16C7}" srcOrd="5" destOrd="0" presId="urn:microsoft.com/office/officeart/2018/2/layout/IconLabelList"/>
    <dgm:cxn modelId="{7F32C54A-FE2C-204E-A8AA-389DAA64902F}" type="presParOf" srcId="{F6453300-24B9-404E-AFD9-916C59DA3BD0}" destId="{D335D87C-FDFC-4E9F-83F3-8F948360D561}" srcOrd="6" destOrd="0" presId="urn:microsoft.com/office/officeart/2018/2/layout/IconLabelList"/>
    <dgm:cxn modelId="{CF6C4EF4-D4B2-274D-9F30-4C6143CAD6CA}" type="presParOf" srcId="{D335D87C-FDFC-4E9F-83F3-8F948360D561}" destId="{5ADB33C8-76EF-4096-A2EC-8E1FFFDC89EB}" srcOrd="0" destOrd="0" presId="urn:microsoft.com/office/officeart/2018/2/layout/IconLabelList"/>
    <dgm:cxn modelId="{69826FA7-A33E-CB4D-BC4B-0A5DE254BC17}" type="presParOf" srcId="{D335D87C-FDFC-4E9F-83F3-8F948360D561}" destId="{68A037B4-118A-497E-AA1E-AAEF39CBEB56}" srcOrd="1" destOrd="0" presId="urn:microsoft.com/office/officeart/2018/2/layout/IconLabelList"/>
    <dgm:cxn modelId="{B22D42AA-2BD8-144F-8E63-06089C5D89CB}" type="presParOf" srcId="{D335D87C-FDFC-4E9F-83F3-8F948360D561}" destId="{F929E4E6-4C82-424C-A417-C6A37FEDF69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99E7C5-AE5E-4B71-ABF3-4FEA5576C021}">
      <dsp:nvSpPr>
        <dsp:cNvPr id="0" name=""/>
        <dsp:cNvSpPr/>
      </dsp:nvSpPr>
      <dsp:spPr>
        <a:xfrm>
          <a:off x="266" y="709593"/>
          <a:ext cx="1315617" cy="13156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50D0DE-C92E-4887-AA99-D1DD7522312E}">
      <dsp:nvSpPr>
        <dsp:cNvPr id="0" name=""/>
        <dsp:cNvSpPr/>
      </dsp:nvSpPr>
      <dsp:spPr>
        <a:xfrm>
          <a:off x="266" y="2149131"/>
          <a:ext cx="3758906" cy="563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500" kern="1200" dirty="0"/>
            <a:t>Notion de qualité</a:t>
          </a:r>
          <a:br>
            <a:rPr lang="fr-FR" sz="1500" kern="1200" dirty="0"/>
          </a:br>
          <a:r>
            <a:rPr lang="fr-FR" sz="1500" kern="1200" dirty="0"/>
            <a:t> (harmoniser en mettant des sous-thèmes</a:t>
          </a:r>
        </a:p>
      </dsp:txBody>
      <dsp:txXfrm>
        <a:off x="266" y="2149131"/>
        <a:ext cx="3758906" cy="563835"/>
      </dsp:txXfrm>
    </dsp:sp>
    <dsp:sp modelId="{07876212-57C2-4598-9481-385002BADCD2}">
      <dsp:nvSpPr>
        <dsp:cNvPr id="0" name=""/>
        <dsp:cNvSpPr/>
      </dsp:nvSpPr>
      <dsp:spPr>
        <a:xfrm>
          <a:off x="266" y="2770605"/>
          <a:ext cx="3758906" cy="8208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515699-9F1E-41E9-A426-643C76FD2E43}">
      <dsp:nvSpPr>
        <dsp:cNvPr id="0" name=""/>
        <dsp:cNvSpPr/>
      </dsp:nvSpPr>
      <dsp:spPr>
        <a:xfrm>
          <a:off x="4416981" y="709593"/>
          <a:ext cx="1315617" cy="13156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45CB91-7D02-4AF0-9CDE-DDD10BF75E88}">
      <dsp:nvSpPr>
        <dsp:cNvPr id="0" name=""/>
        <dsp:cNvSpPr/>
      </dsp:nvSpPr>
      <dsp:spPr>
        <a:xfrm>
          <a:off x="4416981" y="2149131"/>
          <a:ext cx="3758906" cy="563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500" kern="1200"/>
            <a:t>Qualité des aliments </a:t>
          </a:r>
          <a:endParaRPr lang="fr-SN" sz="1500" kern="1200"/>
        </a:p>
      </dsp:txBody>
      <dsp:txXfrm>
        <a:off x="4416981" y="2149131"/>
        <a:ext cx="3758906" cy="563835"/>
      </dsp:txXfrm>
    </dsp:sp>
    <dsp:sp modelId="{06395812-291E-498B-872C-5A5DEFD38221}">
      <dsp:nvSpPr>
        <dsp:cNvPr id="0" name=""/>
        <dsp:cNvSpPr/>
      </dsp:nvSpPr>
      <dsp:spPr>
        <a:xfrm>
          <a:off x="4416981" y="2770605"/>
          <a:ext cx="3758906" cy="8208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- Pourquoi développer la qualité</a:t>
          </a:r>
          <a:endParaRPr lang="fr-SN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- Composantes de la qualité des aliments</a:t>
          </a:r>
          <a:endParaRPr lang="fr-SN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- Certification</a:t>
          </a:r>
        </a:p>
      </dsp:txBody>
      <dsp:txXfrm>
        <a:off x="4416981" y="2770605"/>
        <a:ext cx="3758906" cy="8208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AF254-4BFA-E347-8CBD-431ED30C24BD}">
      <dsp:nvSpPr>
        <dsp:cNvPr id="0" name=""/>
        <dsp:cNvSpPr/>
      </dsp:nvSpPr>
      <dsp:spPr>
        <a:xfrm>
          <a:off x="0" y="1179194"/>
          <a:ext cx="2889885" cy="2889885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DC455B-7439-1147-99DB-BEFC0948EBB0}">
      <dsp:nvSpPr>
        <dsp:cNvPr id="0" name=""/>
        <dsp:cNvSpPr/>
      </dsp:nvSpPr>
      <dsp:spPr>
        <a:xfrm>
          <a:off x="1444942" y="1179194"/>
          <a:ext cx="3371532" cy="288988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SN" sz="1800" kern="1200" dirty="0"/>
            <a:t>La Qualité́ est «l'aptitude d'une organisation à </a:t>
          </a:r>
          <a:r>
            <a:rPr lang="fr-SN" sz="1800" b="1" kern="1200" dirty="0"/>
            <a:t>satisfaire les exigences clairement spécifiées ou implicites d'un client»</a:t>
          </a:r>
          <a:r>
            <a:rPr lang="fr-SN" sz="1800" kern="1200" dirty="0"/>
            <a:t>. Dans la </a:t>
          </a:r>
          <a:r>
            <a:rPr lang="fr-SN" sz="1800" b="1" kern="1200" dirty="0"/>
            <a:t>réalisation du produit </a:t>
          </a:r>
          <a:r>
            <a:rPr lang="fr-SN" sz="1800" kern="1200" dirty="0"/>
            <a:t>et dans les </a:t>
          </a:r>
          <a:r>
            <a:rPr lang="fr-SN" sz="1800" b="1" kern="1200" dirty="0"/>
            <a:t>relations internes au sein de l'organisation</a:t>
          </a:r>
          <a:r>
            <a:rPr lang="fr-SN" sz="1800" kern="1200" dirty="0"/>
            <a:t>, les différents acteurs doivent donc se focaliser sur le </a:t>
          </a:r>
          <a:r>
            <a:rPr lang="fr-SN" sz="1800" b="1" kern="1200" dirty="0"/>
            <a:t>produit attendu </a:t>
          </a:r>
          <a:r>
            <a:rPr lang="fr-SN" sz="1800" kern="1200" dirty="0"/>
            <a:t>par le client. </a:t>
          </a:r>
        </a:p>
      </dsp:txBody>
      <dsp:txXfrm>
        <a:off x="1444942" y="1179194"/>
        <a:ext cx="3371532" cy="28898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62D6DB-06CC-6E4B-A2BF-CB62F43CE1C1}">
      <dsp:nvSpPr>
        <dsp:cNvPr id="0" name=""/>
        <dsp:cNvSpPr/>
      </dsp:nvSpPr>
      <dsp:spPr>
        <a:xfrm>
          <a:off x="0" y="0"/>
          <a:ext cx="2316835" cy="2386397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9D06D6-0EE4-3C45-B713-8AD2A8F01ACE}">
      <dsp:nvSpPr>
        <dsp:cNvPr id="0" name=""/>
        <dsp:cNvSpPr/>
      </dsp:nvSpPr>
      <dsp:spPr>
        <a:xfrm>
          <a:off x="1158417" y="238872"/>
          <a:ext cx="1505943" cy="848289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Notion de qualité :</a:t>
          </a:r>
          <a:endParaRPr lang="fr-SN" sz="2200" kern="1200" dirty="0"/>
        </a:p>
      </dsp:txBody>
      <dsp:txXfrm>
        <a:off x="1199827" y="280282"/>
        <a:ext cx="1423123" cy="765469"/>
      </dsp:txXfrm>
    </dsp:sp>
    <dsp:sp modelId="{BD809573-E181-5845-AEE1-F0E58A117903}">
      <dsp:nvSpPr>
        <dsp:cNvPr id="0" name=""/>
        <dsp:cNvSpPr/>
      </dsp:nvSpPr>
      <dsp:spPr>
        <a:xfrm>
          <a:off x="1158417" y="1193198"/>
          <a:ext cx="1505943" cy="848289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Définition</a:t>
          </a:r>
        </a:p>
      </dsp:txBody>
      <dsp:txXfrm>
        <a:off x="1199827" y="1234608"/>
        <a:ext cx="1423123" cy="76546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49DBDB-438D-3040-88E7-5DA5495652A9}">
      <dsp:nvSpPr>
        <dsp:cNvPr id="0" name=""/>
        <dsp:cNvSpPr/>
      </dsp:nvSpPr>
      <dsp:spPr>
        <a:xfrm>
          <a:off x="-10027" y="1703333"/>
          <a:ext cx="2889885" cy="2889885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870827-2251-5B46-93AF-4A3307D1835E}">
      <dsp:nvSpPr>
        <dsp:cNvPr id="0" name=""/>
        <dsp:cNvSpPr/>
      </dsp:nvSpPr>
      <dsp:spPr>
        <a:xfrm>
          <a:off x="1444942" y="1703333"/>
          <a:ext cx="3371532" cy="288988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SN" sz="2000" kern="1200" dirty="0"/>
            <a:t>La qualité́ est l</a:t>
          </a:r>
          <a:r>
            <a:rPr lang="fr-SN" sz="2000" b="1" kern="1200" dirty="0"/>
            <a:t>'ensemble </a:t>
          </a:r>
          <a:r>
            <a:rPr lang="fr-SN" sz="2000" kern="1200" dirty="0"/>
            <a:t>des </a:t>
          </a:r>
          <a:r>
            <a:rPr lang="fr-SN" sz="2000" b="1" kern="1200" dirty="0"/>
            <a:t>propriétés et caractéristiques </a:t>
          </a:r>
          <a:r>
            <a:rPr lang="fr-SN" sz="2000" kern="1200" dirty="0"/>
            <a:t>d'un </a:t>
          </a:r>
          <a:r>
            <a:rPr lang="fr-SN" sz="2000" b="1" kern="1200" dirty="0"/>
            <a:t>produit</a:t>
          </a:r>
          <a:r>
            <a:rPr lang="fr-SN" sz="2000" kern="1200" dirty="0"/>
            <a:t>, d'un </a:t>
          </a:r>
          <a:r>
            <a:rPr lang="fr-SN" sz="2000" b="1" kern="1200" dirty="0"/>
            <a:t>process </a:t>
          </a:r>
          <a:r>
            <a:rPr lang="fr-SN" sz="2000" kern="1200" dirty="0"/>
            <a:t>ou d'un </a:t>
          </a:r>
          <a:r>
            <a:rPr lang="fr-SN" sz="2000" b="1" kern="1200" dirty="0"/>
            <a:t>service </a:t>
          </a:r>
          <a:r>
            <a:rPr lang="fr-SN" sz="2000" kern="1200" dirty="0"/>
            <a:t>qui lui confère l'aptitude à satisfaire des besoins </a:t>
          </a:r>
          <a:r>
            <a:rPr lang="fr-SN" sz="2000" b="1" kern="1200" dirty="0"/>
            <a:t>implicites </a:t>
          </a:r>
          <a:r>
            <a:rPr lang="fr-SN" sz="2000" kern="1200" dirty="0"/>
            <a:t>ou </a:t>
          </a:r>
          <a:r>
            <a:rPr lang="fr-SN" sz="2000" b="1" kern="1200" dirty="0"/>
            <a:t>explicites</a:t>
          </a:r>
          <a:r>
            <a:rPr lang="fr-SN" sz="2000" kern="1200" dirty="0"/>
            <a:t>" (</a:t>
          </a:r>
          <a:r>
            <a:rPr lang="fr-SN" sz="2000" i="1" kern="1200" dirty="0"/>
            <a:t>définition donnée par l'organisation internationale de normalisation </a:t>
          </a:r>
          <a:r>
            <a:rPr lang="fr-SN" sz="2000" kern="1200" dirty="0"/>
            <a:t>- ISO) </a:t>
          </a:r>
        </a:p>
      </dsp:txBody>
      <dsp:txXfrm>
        <a:off x="1444942" y="1703333"/>
        <a:ext cx="3371532" cy="28898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62D6DB-06CC-6E4B-A2BF-CB62F43CE1C1}">
      <dsp:nvSpPr>
        <dsp:cNvPr id="0" name=""/>
        <dsp:cNvSpPr/>
      </dsp:nvSpPr>
      <dsp:spPr>
        <a:xfrm>
          <a:off x="0" y="0"/>
          <a:ext cx="2601869" cy="2711390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9D06D6-0EE4-3C45-B713-8AD2A8F01ACE}">
      <dsp:nvSpPr>
        <dsp:cNvPr id="0" name=""/>
        <dsp:cNvSpPr/>
      </dsp:nvSpPr>
      <dsp:spPr>
        <a:xfrm>
          <a:off x="1300934" y="271403"/>
          <a:ext cx="1691215" cy="96381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Notion de qualité :</a:t>
          </a:r>
          <a:endParaRPr lang="fr-SN" sz="2500" kern="1200" dirty="0"/>
        </a:p>
      </dsp:txBody>
      <dsp:txXfrm>
        <a:off x="1347984" y="318453"/>
        <a:ext cx="1597115" cy="869714"/>
      </dsp:txXfrm>
    </dsp:sp>
    <dsp:sp modelId="{BD809573-E181-5845-AEE1-F0E58A117903}">
      <dsp:nvSpPr>
        <dsp:cNvPr id="0" name=""/>
        <dsp:cNvSpPr/>
      </dsp:nvSpPr>
      <dsp:spPr>
        <a:xfrm>
          <a:off x="1300934" y="1355695"/>
          <a:ext cx="1691215" cy="96381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Définition</a:t>
          </a:r>
        </a:p>
      </dsp:txBody>
      <dsp:txXfrm>
        <a:off x="1347984" y="1402745"/>
        <a:ext cx="1597115" cy="86971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103D9D-7B8A-624E-8581-9EA6A7F0CB4F}">
      <dsp:nvSpPr>
        <dsp:cNvPr id="0" name=""/>
        <dsp:cNvSpPr/>
      </dsp:nvSpPr>
      <dsp:spPr>
        <a:xfrm>
          <a:off x="2088" y="855779"/>
          <a:ext cx="5454422" cy="5574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100" kern="1200" dirty="0"/>
            <a:t>Pourquoi développer la qualité ?</a:t>
          </a:r>
          <a:endParaRPr lang="fr-SN" sz="3100" kern="1200" dirty="0"/>
        </a:p>
      </dsp:txBody>
      <dsp:txXfrm>
        <a:off x="18415" y="872106"/>
        <a:ext cx="5421768" cy="524774"/>
      </dsp:txXfrm>
    </dsp:sp>
    <dsp:sp modelId="{F49E9198-39D8-964A-8DAD-9F0668C5BACF}">
      <dsp:nvSpPr>
        <dsp:cNvPr id="0" name=""/>
        <dsp:cNvSpPr/>
      </dsp:nvSpPr>
      <dsp:spPr>
        <a:xfrm>
          <a:off x="547530" y="1413207"/>
          <a:ext cx="545442" cy="5842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4268"/>
              </a:lnTo>
              <a:lnTo>
                <a:pt x="545442" y="58426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E6BF97-FEC7-6E4C-B459-9BD0DE2E038B}">
      <dsp:nvSpPr>
        <dsp:cNvPr id="0" name=""/>
        <dsp:cNvSpPr/>
      </dsp:nvSpPr>
      <dsp:spPr>
        <a:xfrm>
          <a:off x="1092972" y="1552564"/>
          <a:ext cx="6532833" cy="8898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SN" sz="2800" b="1" kern="1200" dirty="0"/>
            <a:t>Maitrise des risques chroniques ou aigus potentiels dans les produits </a:t>
          </a:r>
          <a:endParaRPr lang="fr-SN" sz="2800" kern="1200" dirty="0"/>
        </a:p>
      </dsp:txBody>
      <dsp:txXfrm>
        <a:off x="1119034" y="1578626"/>
        <a:ext cx="6480709" cy="837698"/>
      </dsp:txXfrm>
    </dsp:sp>
    <dsp:sp modelId="{EE1E0ABB-376B-0942-AD0E-8CC9B60EF7A5}">
      <dsp:nvSpPr>
        <dsp:cNvPr id="0" name=""/>
        <dsp:cNvSpPr/>
      </dsp:nvSpPr>
      <dsp:spPr>
        <a:xfrm>
          <a:off x="547530" y="1413207"/>
          <a:ext cx="545442" cy="16257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5708"/>
              </a:lnTo>
              <a:lnTo>
                <a:pt x="545442" y="16257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785AC5-03AC-9C40-99A9-A7A246B34836}">
      <dsp:nvSpPr>
        <dsp:cNvPr id="0" name=""/>
        <dsp:cNvSpPr/>
      </dsp:nvSpPr>
      <dsp:spPr>
        <a:xfrm>
          <a:off x="1092972" y="2581743"/>
          <a:ext cx="7636202" cy="9143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SN" sz="2800" b="1" kern="1200" dirty="0"/>
            <a:t>Mondialisation et meilleure accessibilité́ aux produits alimentaires </a:t>
          </a:r>
          <a:endParaRPr lang="fr-SN" sz="2800" kern="1200" dirty="0"/>
        </a:p>
      </dsp:txBody>
      <dsp:txXfrm>
        <a:off x="1119752" y="2608523"/>
        <a:ext cx="7582642" cy="86078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A324C1-8558-504A-BCF7-E171429E0F4F}">
      <dsp:nvSpPr>
        <dsp:cNvPr id="0" name=""/>
        <dsp:cNvSpPr/>
      </dsp:nvSpPr>
      <dsp:spPr>
        <a:xfrm>
          <a:off x="0" y="41676"/>
          <a:ext cx="9040906" cy="34608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SN" sz="5100" b="1" kern="1200" dirty="0"/>
            <a:t>Maitrise des risques, chroniques ou aigus potentiels dans les produits : Principes HACCP</a:t>
          </a:r>
          <a:endParaRPr lang="fr-FR" sz="5100" kern="1200" dirty="0"/>
        </a:p>
      </dsp:txBody>
      <dsp:txXfrm>
        <a:off x="168945" y="210621"/>
        <a:ext cx="8703016" cy="3122970"/>
      </dsp:txXfrm>
    </dsp:sp>
    <dsp:sp modelId="{4528B085-EB33-3342-820D-4B5E94233B7C}">
      <dsp:nvSpPr>
        <dsp:cNvPr id="0" name=""/>
        <dsp:cNvSpPr/>
      </dsp:nvSpPr>
      <dsp:spPr>
        <a:xfrm>
          <a:off x="0" y="3502536"/>
          <a:ext cx="9040906" cy="12140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7049" tIns="64770" rIns="362712" bIns="64770" numCol="1" spcCol="1270" anchor="t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SN" sz="4000" b="1" kern="1200" dirty="0"/>
            <a:t>Principaux types de risques pour les consommateurs: </a:t>
          </a:r>
          <a:endParaRPr lang="fr-FR" sz="4000" kern="1200" dirty="0"/>
        </a:p>
      </dsp:txBody>
      <dsp:txXfrm>
        <a:off x="0" y="3502536"/>
        <a:ext cx="9040906" cy="121405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212209-FAD8-C44F-A4CE-8B9C9EB43C72}">
      <dsp:nvSpPr>
        <dsp:cNvPr id="0" name=""/>
        <dsp:cNvSpPr/>
      </dsp:nvSpPr>
      <dsp:spPr>
        <a:xfrm>
          <a:off x="233643" y="1246441"/>
          <a:ext cx="4286249" cy="428624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1AA888-16F6-064F-A494-7293824479D8}">
      <dsp:nvSpPr>
        <dsp:cNvPr id="0" name=""/>
        <dsp:cNvSpPr/>
      </dsp:nvSpPr>
      <dsp:spPr>
        <a:xfrm>
          <a:off x="709774" y="1722572"/>
          <a:ext cx="3333987" cy="33339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26B258-91E4-0D4B-BCD2-321C854D5D05}">
      <dsp:nvSpPr>
        <dsp:cNvPr id="0" name=""/>
        <dsp:cNvSpPr/>
      </dsp:nvSpPr>
      <dsp:spPr>
        <a:xfrm>
          <a:off x="1185905" y="2198702"/>
          <a:ext cx="2381725" cy="238172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117146-C193-6046-AFA7-C42F320A642E}">
      <dsp:nvSpPr>
        <dsp:cNvPr id="0" name=""/>
        <dsp:cNvSpPr/>
      </dsp:nvSpPr>
      <dsp:spPr>
        <a:xfrm>
          <a:off x="1662393" y="2675191"/>
          <a:ext cx="1428749" cy="142874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344173-F9DC-A048-B81E-69CA9DB4EC37}">
      <dsp:nvSpPr>
        <dsp:cNvPr id="0" name=""/>
        <dsp:cNvSpPr/>
      </dsp:nvSpPr>
      <dsp:spPr>
        <a:xfrm>
          <a:off x="2138524" y="3151321"/>
          <a:ext cx="476488" cy="47648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CF44BE-7B6F-CF47-8FD0-2F21BD4AAC4B}">
      <dsp:nvSpPr>
        <dsp:cNvPr id="0" name=""/>
        <dsp:cNvSpPr/>
      </dsp:nvSpPr>
      <dsp:spPr>
        <a:xfrm>
          <a:off x="5234267" y="182308"/>
          <a:ext cx="2143124" cy="756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20320" bIns="203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SN" sz="1600" i="1" kern="1200" dirty="0"/>
            <a:t>Les risques microbiologiques </a:t>
          </a:r>
          <a:endParaRPr lang="fr-FR" sz="1600" kern="1200" dirty="0"/>
        </a:p>
      </dsp:txBody>
      <dsp:txXfrm>
        <a:off x="5234267" y="182308"/>
        <a:ext cx="2143124" cy="756665"/>
      </dsp:txXfrm>
    </dsp:sp>
    <dsp:sp modelId="{3C240CFA-E2D3-C74D-8E74-A223B07286A2}">
      <dsp:nvSpPr>
        <dsp:cNvPr id="0" name=""/>
        <dsp:cNvSpPr/>
      </dsp:nvSpPr>
      <dsp:spPr>
        <a:xfrm>
          <a:off x="4698486" y="560641"/>
          <a:ext cx="53578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F824A7-76D0-0841-9A57-5E410067F35C}">
      <dsp:nvSpPr>
        <dsp:cNvPr id="0" name=""/>
        <dsp:cNvSpPr/>
      </dsp:nvSpPr>
      <dsp:spPr>
        <a:xfrm rot="5400000">
          <a:off x="2121379" y="816030"/>
          <a:ext cx="2828924" cy="2318146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D37335-B37E-384C-AD8D-66D330B2AC28}">
      <dsp:nvSpPr>
        <dsp:cNvPr id="0" name=""/>
        <dsp:cNvSpPr/>
      </dsp:nvSpPr>
      <dsp:spPr>
        <a:xfrm>
          <a:off x="5234267" y="982408"/>
          <a:ext cx="2143124" cy="756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20320" bIns="203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SN" sz="1600" i="1" kern="1200" dirty="0"/>
            <a:t>Les résidus de pesticides</a:t>
          </a:r>
          <a:endParaRPr lang="fr-FR" sz="1600" kern="1200" dirty="0"/>
        </a:p>
      </dsp:txBody>
      <dsp:txXfrm>
        <a:off x="5234267" y="982408"/>
        <a:ext cx="2143124" cy="756665"/>
      </dsp:txXfrm>
    </dsp:sp>
    <dsp:sp modelId="{EAC87544-56F2-9C40-8ABD-2A123DFC6C88}">
      <dsp:nvSpPr>
        <dsp:cNvPr id="0" name=""/>
        <dsp:cNvSpPr/>
      </dsp:nvSpPr>
      <dsp:spPr>
        <a:xfrm>
          <a:off x="4698486" y="1360741"/>
          <a:ext cx="53578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84B7E6-5DDA-FD4B-93E3-63FBA69DD3A7}">
      <dsp:nvSpPr>
        <dsp:cNvPr id="0" name=""/>
        <dsp:cNvSpPr/>
      </dsp:nvSpPr>
      <dsp:spPr>
        <a:xfrm rot="5400000">
          <a:off x="2537073" y="1555336"/>
          <a:ext cx="2355436" cy="196453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348576-F3C2-9B44-BFFD-607FA894A3B6}">
      <dsp:nvSpPr>
        <dsp:cNvPr id="0" name=""/>
        <dsp:cNvSpPr/>
      </dsp:nvSpPr>
      <dsp:spPr>
        <a:xfrm>
          <a:off x="5234267" y="1782508"/>
          <a:ext cx="2143124" cy="756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20320" bIns="203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SN" sz="1600" i="1" kern="1200" dirty="0"/>
            <a:t>le mauvais usage des additifs alimentaires</a:t>
          </a:r>
          <a:r>
            <a:rPr lang="fr-SN" sz="1400" i="1" kern="1200" dirty="0"/>
            <a:t> </a:t>
          </a:r>
          <a:endParaRPr lang="fr-FR" sz="1400" kern="1200" dirty="0"/>
        </a:p>
      </dsp:txBody>
      <dsp:txXfrm>
        <a:off x="5234267" y="1782508"/>
        <a:ext cx="2143124" cy="756665"/>
      </dsp:txXfrm>
    </dsp:sp>
    <dsp:sp modelId="{DC6A4E11-2659-154A-A1C5-96CEDB2B15E5}">
      <dsp:nvSpPr>
        <dsp:cNvPr id="0" name=""/>
        <dsp:cNvSpPr/>
      </dsp:nvSpPr>
      <dsp:spPr>
        <a:xfrm>
          <a:off x="4698486" y="2160841"/>
          <a:ext cx="53578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37BEE3-781D-694B-A085-35D45714697F}">
      <dsp:nvSpPr>
        <dsp:cNvPr id="0" name=""/>
        <dsp:cNvSpPr/>
      </dsp:nvSpPr>
      <dsp:spPr>
        <a:xfrm rot="5400000">
          <a:off x="2944696" y="2264425"/>
          <a:ext cx="1857374" cy="1650205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C603A7-5148-3749-A8F7-AA5DBD626E40}">
      <dsp:nvSpPr>
        <dsp:cNvPr id="0" name=""/>
        <dsp:cNvSpPr/>
      </dsp:nvSpPr>
      <dsp:spPr>
        <a:xfrm>
          <a:off x="5234267" y="2565463"/>
          <a:ext cx="2143124" cy="756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20320" bIns="203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SN" sz="1600" i="1" kern="1200" dirty="0"/>
            <a:t>les polluants chimiques, notamment les toxines biologiques</a:t>
          </a:r>
          <a:r>
            <a:rPr lang="fr-SN" sz="1500" i="1" kern="1200" dirty="0"/>
            <a:t> </a:t>
          </a:r>
          <a:endParaRPr lang="fr-FR" sz="1500" kern="1200" dirty="0"/>
        </a:p>
      </dsp:txBody>
      <dsp:txXfrm>
        <a:off x="5234267" y="2565463"/>
        <a:ext cx="2143124" cy="756665"/>
      </dsp:txXfrm>
    </dsp:sp>
    <dsp:sp modelId="{CA446535-5A9F-B845-8A5C-FA984AE2E6B3}">
      <dsp:nvSpPr>
        <dsp:cNvPr id="0" name=""/>
        <dsp:cNvSpPr/>
      </dsp:nvSpPr>
      <dsp:spPr>
        <a:xfrm>
          <a:off x="4698486" y="2943795"/>
          <a:ext cx="53578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F92C7B-1FB8-D142-8ED6-966BE3F4B276}">
      <dsp:nvSpPr>
        <dsp:cNvPr id="0" name=""/>
        <dsp:cNvSpPr/>
      </dsp:nvSpPr>
      <dsp:spPr>
        <a:xfrm rot="5400000">
          <a:off x="3350461" y="3013090"/>
          <a:ext cx="1417319" cy="1278731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74A389-B006-0C49-871B-4DF24586C686}">
      <dsp:nvSpPr>
        <dsp:cNvPr id="0" name=""/>
        <dsp:cNvSpPr/>
      </dsp:nvSpPr>
      <dsp:spPr>
        <a:xfrm>
          <a:off x="5234267" y="3325557"/>
          <a:ext cx="2143124" cy="756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20320" bIns="203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SN" sz="1600" i="1" kern="1200" dirty="0"/>
            <a:t>la falsification des produits</a:t>
          </a:r>
          <a:endParaRPr lang="fr-FR" sz="1600" kern="1200" dirty="0"/>
        </a:p>
      </dsp:txBody>
      <dsp:txXfrm>
        <a:off x="5234267" y="3325557"/>
        <a:ext cx="2143124" cy="756665"/>
      </dsp:txXfrm>
    </dsp:sp>
    <dsp:sp modelId="{DFF6B375-84DF-9644-9DA5-F29BA51C7623}">
      <dsp:nvSpPr>
        <dsp:cNvPr id="0" name=""/>
        <dsp:cNvSpPr/>
      </dsp:nvSpPr>
      <dsp:spPr>
        <a:xfrm>
          <a:off x="4698486" y="3703890"/>
          <a:ext cx="53578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123482-0ABF-E348-8CD2-7CB140521AA2}">
      <dsp:nvSpPr>
        <dsp:cNvPr id="0" name=""/>
        <dsp:cNvSpPr/>
      </dsp:nvSpPr>
      <dsp:spPr>
        <a:xfrm rot="5400000">
          <a:off x="3734080" y="3739609"/>
          <a:ext cx="1000124" cy="928687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127B1E-A4DF-304A-8174-A51A53BD1516}">
      <dsp:nvSpPr>
        <dsp:cNvPr id="0" name=""/>
        <dsp:cNvSpPr/>
      </dsp:nvSpPr>
      <dsp:spPr>
        <a:xfrm>
          <a:off x="3954563" y="154"/>
          <a:ext cx="1625604" cy="12774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SN" sz="2200" b="1" kern="1200"/>
            <a:t>Qualité́ d’Usage</a:t>
          </a:r>
          <a:br>
            <a:rPr lang="fr-SN" sz="1800" b="1" kern="1200"/>
          </a:br>
          <a:endParaRPr lang="fr-FR" sz="1800" kern="1200" dirty="0"/>
        </a:p>
      </dsp:txBody>
      <dsp:txXfrm>
        <a:off x="4192627" y="187226"/>
        <a:ext cx="1149476" cy="903264"/>
      </dsp:txXfrm>
    </dsp:sp>
    <dsp:sp modelId="{EFF17A08-8501-9D4B-9634-8E0BEE7740D8}">
      <dsp:nvSpPr>
        <dsp:cNvPr id="0" name=""/>
        <dsp:cNvSpPr/>
      </dsp:nvSpPr>
      <dsp:spPr>
        <a:xfrm rot="1800000">
          <a:off x="5475791" y="885020"/>
          <a:ext cx="182611" cy="4311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900" kern="1200"/>
        </a:p>
      </dsp:txBody>
      <dsp:txXfrm>
        <a:off x="5479461" y="957549"/>
        <a:ext cx="127828" cy="258675"/>
      </dsp:txXfrm>
    </dsp:sp>
    <dsp:sp modelId="{2D774B59-AF3E-C146-BBE3-548F6DF60345}">
      <dsp:nvSpPr>
        <dsp:cNvPr id="0" name=""/>
        <dsp:cNvSpPr/>
      </dsp:nvSpPr>
      <dsp:spPr>
        <a:xfrm>
          <a:off x="5504339" y="960799"/>
          <a:ext cx="1853826" cy="12774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SN" sz="2200" b="1" kern="1200"/>
            <a:t>Qualité́ Technologique </a:t>
          </a:r>
          <a:endParaRPr lang="fr-SN" sz="2200" kern="1200" dirty="0"/>
        </a:p>
      </dsp:txBody>
      <dsp:txXfrm>
        <a:off x="5775826" y="1147871"/>
        <a:ext cx="1310852" cy="903264"/>
      </dsp:txXfrm>
    </dsp:sp>
    <dsp:sp modelId="{D7E5274D-1CDE-F54A-97F1-F3AE885B97FE}">
      <dsp:nvSpPr>
        <dsp:cNvPr id="0" name=""/>
        <dsp:cNvSpPr/>
      </dsp:nvSpPr>
      <dsp:spPr>
        <a:xfrm rot="5265638">
          <a:off x="6347238" y="2237068"/>
          <a:ext cx="234750" cy="4311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900" kern="1200"/>
        </a:p>
      </dsp:txBody>
      <dsp:txXfrm>
        <a:off x="6381075" y="2288107"/>
        <a:ext cx="164325" cy="258675"/>
      </dsp:txXfrm>
    </dsp:sp>
    <dsp:sp modelId="{F6AD8451-96AC-3D4E-8D0D-079D4B0461DC}">
      <dsp:nvSpPr>
        <dsp:cNvPr id="0" name=""/>
        <dsp:cNvSpPr/>
      </dsp:nvSpPr>
      <dsp:spPr>
        <a:xfrm>
          <a:off x="5439901" y="2680386"/>
          <a:ext cx="2117189" cy="12774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SN" sz="2200" b="1" kern="1200"/>
            <a:t>Rêve (Naturel, éthique...) </a:t>
          </a:r>
          <a:endParaRPr lang="fr-FR" sz="2200" kern="1200" dirty="0"/>
        </a:p>
      </dsp:txBody>
      <dsp:txXfrm>
        <a:off x="5749956" y="2867458"/>
        <a:ext cx="1497079" cy="903264"/>
      </dsp:txXfrm>
    </dsp:sp>
    <dsp:sp modelId="{18E5216B-E05F-4C46-ADA0-F41B272703D8}">
      <dsp:nvSpPr>
        <dsp:cNvPr id="0" name=""/>
        <dsp:cNvSpPr/>
      </dsp:nvSpPr>
      <dsp:spPr>
        <a:xfrm rot="8767259">
          <a:off x="5463324" y="3711271"/>
          <a:ext cx="260073" cy="4311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900" kern="1200"/>
        </a:p>
      </dsp:txBody>
      <dsp:txXfrm rot="10800000">
        <a:off x="5534723" y="3775750"/>
        <a:ext cx="182051" cy="258675"/>
      </dsp:txXfrm>
    </dsp:sp>
    <dsp:sp modelId="{F59ED47D-DB00-8B45-8654-3FF971AC8438}">
      <dsp:nvSpPr>
        <dsp:cNvPr id="0" name=""/>
        <dsp:cNvSpPr/>
      </dsp:nvSpPr>
      <dsp:spPr>
        <a:xfrm>
          <a:off x="3958542" y="3842737"/>
          <a:ext cx="1617645" cy="12774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SN" sz="2200" b="1" kern="1200"/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SN" sz="2200" b="1" kern="1200"/>
            <a:t>Qualité́ Hygiénique</a:t>
          </a:r>
          <a:br>
            <a:rPr lang="fr-SN" sz="2200" b="1" kern="1200"/>
          </a:br>
          <a:endParaRPr lang="fr-FR" sz="2200" kern="1200" dirty="0"/>
        </a:p>
      </dsp:txBody>
      <dsp:txXfrm>
        <a:off x="4195441" y="4029809"/>
        <a:ext cx="1143847" cy="903264"/>
      </dsp:txXfrm>
    </dsp:sp>
    <dsp:sp modelId="{E7DCE85B-D7F0-E54A-AA9C-A13EF09D890A}">
      <dsp:nvSpPr>
        <dsp:cNvPr id="0" name=""/>
        <dsp:cNvSpPr/>
      </dsp:nvSpPr>
      <dsp:spPr>
        <a:xfrm rot="12769026">
          <a:off x="3891114" y="3764268"/>
          <a:ext cx="196827" cy="4311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900" kern="1200"/>
        </a:p>
      </dsp:txBody>
      <dsp:txXfrm rot="10800000">
        <a:off x="3945450" y="3866494"/>
        <a:ext cx="137779" cy="258675"/>
      </dsp:txXfrm>
    </dsp:sp>
    <dsp:sp modelId="{C827C106-D319-0A46-8ADE-FE55B95AA752}">
      <dsp:nvSpPr>
        <dsp:cNvPr id="0" name=""/>
        <dsp:cNvSpPr/>
      </dsp:nvSpPr>
      <dsp:spPr>
        <a:xfrm>
          <a:off x="2114843" y="2669946"/>
          <a:ext cx="1950385" cy="14596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SN" sz="2200" b="1" kern="1200"/>
            <a:t>Qualité́ Nutritionnelle </a:t>
          </a:r>
          <a:endParaRPr lang="fr-FR" sz="2200" kern="1200" dirty="0"/>
        </a:p>
      </dsp:txBody>
      <dsp:txXfrm>
        <a:off x="2400470" y="2883706"/>
        <a:ext cx="1379131" cy="1032123"/>
      </dsp:txXfrm>
    </dsp:sp>
    <dsp:sp modelId="{1D1E2350-2C1E-9F4A-B318-36884E00BACA}">
      <dsp:nvSpPr>
        <dsp:cNvPr id="0" name=""/>
        <dsp:cNvSpPr/>
      </dsp:nvSpPr>
      <dsp:spPr>
        <a:xfrm rot="16225668">
          <a:off x="2982629" y="2244992"/>
          <a:ext cx="228838" cy="4311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900" kern="1200"/>
        </a:p>
      </dsp:txBody>
      <dsp:txXfrm>
        <a:off x="3016698" y="2365542"/>
        <a:ext cx="160187" cy="258675"/>
      </dsp:txXfrm>
    </dsp:sp>
    <dsp:sp modelId="{63914543-5ABA-8741-86A5-49703E511455}">
      <dsp:nvSpPr>
        <dsp:cNvPr id="0" name=""/>
        <dsp:cNvSpPr/>
      </dsp:nvSpPr>
      <dsp:spPr>
        <a:xfrm>
          <a:off x="2208972" y="960799"/>
          <a:ext cx="1789010" cy="12774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SN" sz="2200" b="1" kern="1200"/>
            <a:t>Qualité́ Organoleptique </a:t>
          </a:r>
          <a:endParaRPr lang="fr-FR" sz="2200" kern="1200" dirty="0"/>
        </a:p>
      </dsp:txBody>
      <dsp:txXfrm>
        <a:off x="2470966" y="1147871"/>
        <a:ext cx="1265022" cy="903264"/>
      </dsp:txXfrm>
    </dsp:sp>
    <dsp:sp modelId="{044380E5-0CF4-4141-8222-290BF3CCE766}">
      <dsp:nvSpPr>
        <dsp:cNvPr id="0" name=""/>
        <dsp:cNvSpPr/>
      </dsp:nvSpPr>
      <dsp:spPr>
        <a:xfrm rot="19800000">
          <a:off x="3855131" y="894623"/>
          <a:ext cx="191739" cy="4311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900" kern="1200"/>
        </a:p>
      </dsp:txBody>
      <dsp:txXfrm>
        <a:off x="3858984" y="995229"/>
        <a:ext cx="134217" cy="25867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65172C-1DCB-41D5-9C57-7595AC48197D}">
      <dsp:nvSpPr>
        <dsp:cNvPr id="0" name=""/>
        <dsp:cNvSpPr/>
      </dsp:nvSpPr>
      <dsp:spPr>
        <a:xfrm>
          <a:off x="741589" y="451056"/>
          <a:ext cx="1055796" cy="10557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A90F03-6C5F-417B-B13C-5DF759CEA356}">
      <dsp:nvSpPr>
        <dsp:cNvPr id="0" name=""/>
        <dsp:cNvSpPr/>
      </dsp:nvSpPr>
      <dsp:spPr>
        <a:xfrm>
          <a:off x="96379" y="1850507"/>
          <a:ext cx="234621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SN" sz="1600" kern="1200" dirty="0"/>
            <a:t>en matière de qualité́ et de sécurité́ des aliments </a:t>
          </a:r>
          <a:endParaRPr lang="fr-FR" sz="1600" kern="1200" dirty="0"/>
        </a:p>
      </dsp:txBody>
      <dsp:txXfrm>
        <a:off x="96379" y="1850507"/>
        <a:ext cx="2346215" cy="720000"/>
      </dsp:txXfrm>
    </dsp:sp>
    <dsp:sp modelId="{96AB932E-BCB6-4B9F-B39D-55077E1BFC13}">
      <dsp:nvSpPr>
        <dsp:cNvPr id="0" name=""/>
        <dsp:cNvSpPr/>
      </dsp:nvSpPr>
      <dsp:spPr>
        <a:xfrm>
          <a:off x="3498392" y="451056"/>
          <a:ext cx="1055796" cy="10557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AAFCAE-E447-4A75-BE25-5C782BD3DB8A}">
      <dsp:nvSpPr>
        <dsp:cNvPr id="0" name=""/>
        <dsp:cNvSpPr/>
      </dsp:nvSpPr>
      <dsp:spPr>
        <a:xfrm>
          <a:off x="2853182" y="1850507"/>
          <a:ext cx="234621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SN" sz="1600" kern="1200" dirty="0"/>
            <a:t>relatives à la protection de l’environnement </a:t>
          </a:r>
          <a:endParaRPr lang="fr-FR" sz="1600" kern="1200" dirty="0"/>
        </a:p>
      </dsp:txBody>
      <dsp:txXfrm>
        <a:off x="2853182" y="1850507"/>
        <a:ext cx="2346215" cy="720000"/>
      </dsp:txXfrm>
    </dsp:sp>
    <dsp:sp modelId="{356ED334-7E67-4D95-A9A2-6AFDBAA55DF3}">
      <dsp:nvSpPr>
        <dsp:cNvPr id="0" name=""/>
        <dsp:cNvSpPr/>
      </dsp:nvSpPr>
      <dsp:spPr>
        <a:xfrm>
          <a:off x="741589" y="3157060"/>
          <a:ext cx="1055796" cy="10557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E8B85B-3D1D-41AC-AA80-DB970DF0992A}">
      <dsp:nvSpPr>
        <dsp:cNvPr id="0" name=""/>
        <dsp:cNvSpPr/>
      </dsp:nvSpPr>
      <dsp:spPr>
        <a:xfrm>
          <a:off x="96379" y="4556511"/>
          <a:ext cx="234621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SN" sz="1600" kern="1200" dirty="0"/>
            <a:t>relatives à l’entretien du paysage</a:t>
          </a:r>
          <a:br>
            <a:rPr lang="fr-SN" sz="1600" kern="1200" dirty="0"/>
          </a:br>
          <a:endParaRPr lang="fr-FR" sz="1600" kern="1200" dirty="0"/>
        </a:p>
      </dsp:txBody>
      <dsp:txXfrm>
        <a:off x="96379" y="4556511"/>
        <a:ext cx="2346215" cy="720000"/>
      </dsp:txXfrm>
    </dsp:sp>
    <dsp:sp modelId="{5ADB33C8-76EF-4096-A2EC-8E1FFFDC89EB}">
      <dsp:nvSpPr>
        <dsp:cNvPr id="0" name=""/>
        <dsp:cNvSpPr/>
      </dsp:nvSpPr>
      <dsp:spPr>
        <a:xfrm>
          <a:off x="3498392" y="3157060"/>
          <a:ext cx="1055796" cy="10557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29E4E6-4C82-424C-A417-C6A37FEDF697}">
      <dsp:nvSpPr>
        <dsp:cNvPr id="0" name=""/>
        <dsp:cNvSpPr/>
      </dsp:nvSpPr>
      <dsp:spPr>
        <a:xfrm>
          <a:off x="2853182" y="4556511"/>
          <a:ext cx="234621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SN" sz="1600" kern="1200" dirty="0"/>
            <a:t>Relatives au respect du bien-être animal </a:t>
          </a:r>
          <a:endParaRPr lang="fr-FR" sz="1600" kern="1200" dirty="0"/>
        </a:p>
      </dsp:txBody>
      <dsp:txXfrm>
        <a:off x="2853182" y="4556511"/>
        <a:ext cx="2346215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1/6/23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004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1/6/23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847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1/6/23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5576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1/6/23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923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1/6/23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53240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1/6/23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918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1/6/23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162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1/6/23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741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16C4C9A-3960-41CF-A4E9-2A8FB932454B}" type="datetimeFigureOut">
              <a:rPr lang="en-US" smtClean="0"/>
              <a:t>1/6/23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531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1/6/23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839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1/6/23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040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1_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1/6/23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89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1/6/23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204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Liste de contrôle">
            <a:extLst>
              <a:ext uri="{FF2B5EF4-FFF2-40B4-BE49-F238E27FC236}">
                <a16:creationId xmlns:a16="http://schemas.microsoft.com/office/drawing/2014/main" id="{F3FC2D1D-290A-5B9D-45AC-8F4195A093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6490" y="1820967"/>
            <a:ext cx="3216065" cy="3216065"/>
          </a:xfrm>
          <a:prstGeom prst="rect">
            <a:avLst/>
          </a:prstGeom>
          <a:ln w="12700">
            <a:noFill/>
          </a:ln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7417F692-DF83-7550-89B7-1D84AFB602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26851" y="3428998"/>
            <a:ext cx="4745117" cy="2268559"/>
          </a:xfrm>
        </p:spPr>
        <p:txBody>
          <a:bodyPr>
            <a:normAutofit/>
          </a:bodyPr>
          <a:lstStyle/>
          <a:p>
            <a:r>
              <a:rPr lang="fr-FR" dirty="0"/>
              <a:t>Gestion qualité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59C5728-50E9-4F10-B782-19CB992B81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9205" y="2268786"/>
            <a:ext cx="4572764" cy="1160213"/>
          </a:xfrm>
        </p:spPr>
        <p:txBody>
          <a:bodyPr>
            <a:normAutofit/>
          </a:bodyPr>
          <a:lstStyle/>
          <a:p>
            <a:r>
              <a:rPr lang="fr-FR" dirty="0"/>
              <a:t>NORMES, HYGIÈNE ET QUALITÉ</a:t>
            </a:r>
          </a:p>
        </p:txBody>
      </p:sp>
    </p:spTree>
    <p:extLst>
      <p:ext uri="{BB962C8B-B14F-4D97-AF65-F5344CB8AC3E}">
        <p14:creationId xmlns:p14="http://schemas.microsoft.com/office/powerpoint/2010/main" val="808786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6C7A9F16-5947-FECF-1E68-A991C55C9B38}"/>
              </a:ext>
            </a:extLst>
          </p:cNvPr>
          <p:cNvSpPr txBox="1"/>
          <p:nvPr/>
        </p:nvSpPr>
        <p:spPr>
          <a:xfrm>
            <a:off x="2686050" y="714375"/>
            <a:ext cx="7515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Plan du support</a:t>
            </a:r>
          </a:p>
        </p:txBody>
      </p:sp>
      <p:graphicFrame>
        <p:nvGraphicFramePr>
          <p:cNvPr id="9" name="Diagramme 8">
            <a:extLst>
              <a:ext uri="{FF2B5EF4-FFF2-40B4-BE49-F238E27FC236}">
                <a16:creationId xmlns:a16="http://schemas.microsoft.com/office/drawing/2014/main" id="{272606EA-02D1-23E7-960F-2FF66CEF4C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2314433"/>
              </p:ext>
            </p:extLst>
          </p:nvPr>
        </p:nvGraphicFramePr>
        <p:xfrm>
          <a:off x="1814512" y="1422399"/>
          <a:ext cx="8176155" cy="4301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2082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E6898E-1D1E-7332-97BB-547049989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fr-FR" dirty="0"/>
              <a:t>Qu’est ce que la qualité ?</a:t>
            </a:r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038E2E9D-D8DB-778A-D729-1DA322A744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2780608"/>
              </p:ext>
            </p:extLst>
          </p:nvPr>
        </p:nvGraphicFramePr>
        <p:xfrm>
          <a:off x="6735763" y="804863"/>
          <a:ext cx="4816475" cy="5248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8925116B-836C-761D-0C8D-DE07A0F935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9182618"/>
              </p:ext>
            </p:extLst>
          </p:nvPr>
        </p:nvGraphicFramePr>
        <p:xfrm>
          <a:off x="1970322" y="3186154"/>
          <a:ext cx="2664361" cy="23863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530001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87F072-FD24-7844-10FB-EE7D60E72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fr-FR" sz="2800" dirty="0"/>
              <a:t>Qu’est ce que la qualité ?</a:t>
            </a:r>
          </a:p>
        </p:txBody>
      </p:sp>
      <p:graphicFrame>
        <p:nvGraphicFramePr>
          <p:cNvPr id="9" name="Espace réservé du contenu 8">
            <a:extLst>
              <a:ext uri="{FF2B5EF4-FFF2-40B4-BE49-F238E27FC236}">
                <a16:creationId xmlns:a16="http://schemas.microsoft.com/office/drawing/2014/main" id="{F013EF15-6D0B-169C-C0BC-1A1AB4F6FD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2769683"/>
              </p:ext>
            </p:extLst>
          </p:nvPr>
        </p:nvGraphicFramePr>
        <p:xfrm>
          <a:off x="6735763" y="804863"/>
          <a:ext cx="4816475" cy="5248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39B874D8-07CC-0443-45A7-E1BFCC05F5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4139846"/>
              </p:ext>
            </p:extLst>
          </p:nvPr>
        </p:nvGraphicFramePr>
        <p:xfrm>
          <a:off x="1794934" y="3338554"/>
          <a:ext cx="2992150" cy="27113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21671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Diagramme 9">
            <a:extLst>
              <a:ext uri="{FF2B5EF4-FFF2-40B4-BE49-F238E27FC236}">
                <a16:creationId xmlns:a16="http://schemas.microsoft.com/office/drawing/2014/main" id="{070DB942-E997-5F80-F129-016F874CB3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278386"/>
              </p:ext>
            </p:extLst>
          </p:nvPr>
        </p:nvGraphicFramePr>
        <p:xfrm>
          <a:off x="1073136" y="1591733"/>
          <a:ext cx="8731263" cy="43518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57263725-60F3-D2F3-603A-31B8CC890138}"/>
              </a:ext>
            </a:extLst>
          </p:cNvPr>
          <p:cNvSpPr txBox="1"/>
          <p:nvPr/>
        </p:nvSpPr>
        <p:spPr>
          <a:xfrm>
            <a:off x="3697941" y="458560"/>
            <a:ext cx="43652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Qualité des aliments</a:t>
            </a:r>
          </a:p>
        </p:txBody>
      </p:sp>
    </p:spTree>
    <p:extLst>
      <p:ext uri="{BB962C8B-B14F-4D97-AF65-F5344CB8AC3E}">
        <p14:creationId xmlns:p14="http://schemas.microsoft.com/office/powerpoint/2010/main" val="153259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988EFB-D636-2E4E-98FB-9A50AF8B4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4" y="688253"/>
            <a:ext cx="10319656" cy="1078348"/>
          </a:xfrm>
        </p:spPr>
        <p:txBody>
          <a:bodyPr>
            <a:normAutofit fontScale="90000"/>
          </a:bodyPr>
          <a:lstStyle/>
          <a:p>
            <a:pPr algn="l"/>
            <a:r>
              <a:rPr lang="fr-SN" sz="2200" dirty="0"/>
              <a:t>Lors d’un processus de transformation agroalimentaire, les risques aigus peuvent survenir à différentes étapes si les bonnes pratiques d’hygiène et de sécurité ne sont pas respectés</a:t>
            </a:r>
            <a:r>
              <a:rPr lang="fr-SN" dirty="0"/>
              <a:t>. </a:t>
            </a:r>
            <a:endParaRPr lang="fr-FR" sz="140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2FD30F-D594-ED4C-8E7B-53C5EB518C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3200" dirty="0"/>
              <a:t>Risques aiguë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D960BB2-7EAB-7542-8C0B-C13A5F8810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FR" dirty="0"/>
              <a:t>La contamination </a:t>
            </a:r>
            <a:r>
              <a:rPr lang="fr-FR" dirty="0" err="1"/>
              <a:t>aii</a:t>
            </a:r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DE41B62-CEC1-BC42-A069-E7A998EBD2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FR" sz="3200" dirty="0"/>
              <a:t>Risques chroniques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64809B3-70A7-8242-997A-DEA3FED171F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5036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111F2A99-C603-5C2F-4D41-8483E2A198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9829230"/>
              </p:ext>
            </p:extLst>
          </p:nvPr>
        </p:nvGraphicFramePr>
        <p:xfrm>
          <a:off x="2084294" y="1371599"/>
          <a:ext cx="9040906" cy="4758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7569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369A9A86-4BDE-CE47-4193-D0069CD1AF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1210191"/>
              </p:ext>
            </p:extLst>
          </p:nvPr>
        </p:nvGraphicFramePr>
        <p:xfrm>
          <a:off x="2353235" y="847165"/>
          <a:ext cx="7611036" cy="5714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D49E0ACE-BF9A-C124-3530-D601E9DD2A46}"/>
              </a:ext>
            </a:extLst>
          </p:cNvPr>
          <p:cNvSpPr txBox="1"/>
          <p:nvPr/>
        </p:nvSpPr>
        <p:spPr>
          <a:xfrm>
            <a:off x="2138082" y="457200"/>
            <a:ext cx="6199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SN" b="1" dirty="0"/>
              <a:t>Principaux types de risques pour les consommateurs: 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92914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8BD79850-CD38-F42E-BC3B-AC8A287D1DD0}"/>
              </a:ext>
            </a:extLst>
          </p:cNvPr>
          <p:cNvSpPr txBox="1"/>
          <p:nvPr/>
        </p:nvSpPr>
        <p:spPr>
          <a:xfrm>
            <a:off x="7640613" y="3180602"/>
            <a:ext cx="3543628" cy="20029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>
                <a:latin typeface="+mj-lt"/>
                <a:ea typeface="+mj-ea"/>
                <a:cs typeface="+mj-cs"/>
              </a:rPr>
              <a:t>Deux raisons : 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812FB0C8-84DF-B5F3-ADFA-61656B82815C}"/>
              </a:ext>
            </a:extLst>
          </p:cNvPr>
          <p:cNvGrpSpPr/>
          <p:nvPr/>
        </p:nvGrpSpPr>
        <p:grpSpPr>
          <a:xfrm>
            <a:off x="1572462" y="2676075"/>
            <a:ext cx="4999570" cy="1481339"/>
            <a:chOff x="0" y="9298"/>
            <a:chExt cx="9040906" cy="3528720"/>
          </a:xfrm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5D07011C-1B01-DEF5-F907-263F745D215D}"/>
                </a:ext>
              </a:extLst>
            </p:cNvPr>
            <p:cNvSpPr/>
            <p:nvPr/>
          </p:nvSpPr>
          <p:spPr>
            <a:xfrm>
              <a:off x="0" y="9298"/>
              <a:ext cx="9040906" cy="352872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4" name="Rectangle : coins arrondis 4">
              <a:extLst>
                <a:ext uri="{FF2B5EF4-FFF2-40B4-BE49-F238E27FC236}">
                  <a16:creationId xmlns:a16="http://schemas.microsoft.com/office/drawing/2014/main" id="{8811E8F9-DDD5-5ABA-21EE-C0D99E28B7DD}"/>
                </a:ext>
              </a:extLst>
            </p:cNvPr>
            <p:cNvSpPr txBox="1"/>
            <p:nvPr/>
          </p:nvSpPr>
          <p:spPr>
            <a:xfrm>
              <a:off x="172258" y="181556"/>
              <a:ext cx="8696390" cy="318420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98120" tIns="198120" rIns="198120" bIns="198120" numCol="1" spcCol="1270" anchor="ctr" anchorCtr="0">
              <a:noAutofit/>
            </a:bodyPr>
            <a:lstStyle/>
            <a:p>
              <a:pPr defTabSz="127127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fr-SN" sz="2640" b="1" kern="120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+mn-cs"/>
              </a:endParaRPr>
            </a:p>
            <a:p>
              <a:pPr defTabSz="127127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SN" sz="2640" b="1" kern="1200">
                  <a:solidFill>
                    <a:schemeClr val="lt1"/>
                  </a:solidFill>
                  <a:latin typeface="Arial" panose="020B0604020202020204" pitchFamily="34" charset="0"/>
                  <a:ea typeface="+mn-ea"/>
                  <a:cs typeface="+mn-cs"/>
                </a:rPr>
                <a:t>Mondialisation et meilleure accessibilité́ aux produits alimentaires </a:t>
              </a:r>
              <a:endParaRPr lang="fr-SN" sz="7590" kern="1200">
                <a:solidFill>
                  <a:schemeClr val="lt1"/>
                </a:solidFill>
                <a:latin typeface="+mn-lt"/>
                <a:ea typeface="+mn-ea"/>
                <a:cs typeface="+mn-cs"/>
              </a:endParaRPr>
            </a:p>
            <a:p>
              <a:pPr marL="0" lvl="0" indent="0" algn="l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fr-FR" sz="52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4052965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éparation 4">
            <a:extLst>
              <a:ext uri="{FF2B5EF4-FFF2-40B4-BE49-F238E27FC236}">
                <a16:creationId xmlns:a16="http://schemas.microsoft.com/office/drawing/2014/main" id="{1453111C-4B34-789D-0845-D811F33B7955}"/>
              </a:ext>
            </a:extLst>
          </p:cNvPr>
          <p:cNvSpPr/>
          <p:nvPr/>
        </p:nvSpPr>
        <p:spPr>
          <a:xfrm>
            <a:off x="5765739" y="1185911"/>
            <a:ext cx="5332895" cy="4864033"/>
          </a:xfrm>
          <a:prstGeom prst="flowChartPrepa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>
                <a:solidFill>
                  <a:schemeClr val="tx1"/>
                </a:solidFill>
              </a:rPr>
              <a:t>Abondance et Diversités des produits agroalimentaires de plus en plus sophistiqués sur le marché, </a:t>
            </a:r>
          </a:p>
          <a:p>
            <a:pPr defTabSz="914400"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Préparation 5">
            <a:extLst>
              <a:ext uri="{FF2B5EF4-FFF2-40B4-BE49-F238E27FC236}">
                <a16:creationId xmlns:a16="http://schemas.microsoft.com/office/drawing/2014/main" id="{5AF3C178-1501-B3EE-B7E8-EDF5BABF8E7A}"/>
              </a:ext>
            </a:extLst>
          </p:cNvPr>
          <p:cNvSpPr/>
          <p:nvPr/>
        </p:nvSpPr>
        <p:spPr>
          <a:xfrm>
            <a:off x="2726267" y="3708399"/>
            <a:ext cx="6688666" cy="1642381"/>
          </a:xfrm>
          <a:prstGeom prst="flowChartPrepa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SN" sz="2000">
                <a:effectLst/>
                <a:latin typeface="ArialMT"/>
              </a:rPr>
              <a:t>Internationalisation des échanges, et des marchés, libre échange </a:t>
            </a:r>
            <a:endParaRPr lang="fr-SN" sz="2000">
              <a:effectLst/>
            </a:endParaRPr>
          </a:p>
          <a:p>
            <a:pPr algn="ctr">
              <a:spcAft>
                <a:spcPts val="600"/>
              </a:spcAft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8014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ignalisation droite 5">
            <a:extLst>
              <a:ext uri="{FF2B5EF4-FFF2-40B4-BE49-F238E27FC236}">
                <a16:creationId xmlns:a16="http://schemas.microsoft.com/office/drawing/2014/main" id="{28D1D133-86D4-D98E-761B-8F69336A5D5D}"/>
              </a:ext>
            </a:extLst>
          </p:cNvPr>
          <p:cNvSpPr/>
          <p:nvPr/>
        </p:nvSpPr>
        <p:spPr>
          <a:xfrm>
            <a:off x="965200" y="237067"/>
            <a:ext cx="4605867" cy="992632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/>
              <a:t>Composantes de la qualité des aliments</a:t>
            </a:r>
            <a:endParaRPr lang="fr-SN" sz="2400"/>
          </a:p>
          <a:p>
            <a:pPr algn="ctr"/>
            <a:endParaRPr lang="fr-FR" dirty="0"/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159A22EA-CF85-0A6A-327C-2ADE4041A0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2787370"/>
              </p:ext>
            </p:extLst>
          </p:nvPr>
        </p:nvGraphicFramePr>
        <p:xfrm>
          <a:off x="1354667" y="1552428"/>
          <a:ext cx="9618133" cy="5120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36460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57873C8-A64F-20D0-7304-090A5FFDD352}"/>
              </a:ext>
            </a:extLst>
          </p:cNvPr>
          <p:cNvSpPr txBox="1"/>
          <p:nvPr/>
        </p:nvSpPr>
        <p:spPr>
          <a:xfrm>
            <a:off x="2931459" y="8337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D38B8E7-C092-C18D-1D3A-A4C1FE8B994D}"/>
              </a:ext>
            </a:extLst>
          </p:cNvPr>
          <p:cNvSpPr txBox="1"/>
          <p:nvPr/>
        </p:nvSpPr>
        <p:spPr>
          <a:xfrm>
            <a:off x="2622176" y="590325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281A5C3-614B-038E-978D-90D87A6B7384}"/>
              </a:ext>
            </a:extLst>
          </p:cNvPr>
          <p:cNvSpPr txBox="1"/>
          <p:nvPr/>
        </p:nvSpPr>
        <p:spPr>
          <a:xfrm>
            <a:off x="5150223" y="70156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DC5D0BC-EDE4-F172-A162-FB7F83C747B3}"/>
              </a:ext>
            </a:extLst>
          </p:cNvPr>
          <p:cNvSpPr txBox="1"/>
          <p:nvPr/>
        </p:nvSpPr>
        <p:spPr>
          <a:xfrm>
            <a:off x="3116190" y="-15358"/>
            <a:ext cx="4775666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SN" sz="4000" b="1" dirty="0">
                <a:solidFill>
                  <a:srgbClr val="BF0000"/>
                </a:solidFill>
                <a:effectLst/>
                <a:latin typeface="Calibri" panose="020F0502020204030204" pitchFamily="34" charset="0"/>
              </a:rPr>
              <a:t>Qualité́ Des Aliments </a:t>
            </a:r>
            <a:endParaRPr lang="fr-SN" sz="4000" dirty="0">
              <a:effectLst/>
            </a:endParaRPr>
          </a:p>
          <a:p>
            <a:endParaRPr lang="fr-FR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494449-7779-849F-55F8-2A3C827972F8}"/>
              </a:ext>
            </a:extLst>
          </p:cNvPr>
          <p:cNvSpPr/>
          <p:nvPr/>
        </p:nvSpPr>
        <p:spPr>
          <a:xfrm>
            <a:off x="8053161" y="685326"/>
            <a:ext cx="1642534" cy="3852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sz="2000" b="1" dirty="0">
              <a:solidFill>
                <a:srgbClr val="A3001E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fr-SN" sz="2000" b="1" dirty="0">
                <a:solidFill>
                  <a:srgbClr val="A3001E"/>
                </a:solidFill>
                <a:effectLst/>
                <a:latin typeface="Arial" panose="020B0604020202020204" pitchFamily="34" charset="0"/>
              </a:rPr>
              <a:t>Régularité́ </a:t>
            </a:r>
            <a:endParaRPr lang="fr-SN" sz="2000" dirty="0">
              <a:effectLst/>
            </a:endParaRPr>
          </a:p>
          <a:p>
            <a:pPr algn="ctr"/>
            <a:endParaRPr lang="fr-FR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E58DE0-C023-3607-AAE6-B7F5F9C877D8}"/>
              </a:ext>
            </a:extLst>
          </p:cNvPr>
          <p:cNvSpPr/>
          <p:nvPr/>
        </p:nvSpPr>
        <p:spPr>
          <a:xfrm>
            <a:off x="4800600" y="2184400"/>
            <a:ext cx="2235200" cy="3852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sz="2000" b="1" dirty="0">
              <a:solidFill>
                <a:srgbClr val="A3001E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fr-SN" sz="2000" b="1" dirty="0">
                <a:solidFill>
                  <a:srgbClr val="A3001E"/>
                </a:solidFill>
                <a:effectLst/>
                <a:latin typeface="Arial" panose="020B0604020202020204" pitchFamily="34" charset="0"/>
              </a:rPr>
              <a:t>SÉCURITÉ </a:t>
            </a:r>
            <a:endParaRPr lang="fr-SN" sz="2000" dirty="0">
              <a:effectLst/>
            </a:endParaRPr>
          </a:p>
          <a:p>
            <a:pPr algn="ctr"/>
            <a:endParaRPr lang="fr-FR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751D628-A354-4B81-1C60-42A21F8FB80D}"/>
              </a:ext>
            </a:extLst>
          </p:cNvPr>
          <p:cNvSpPr/>
          <p:nvPr/>
        </p:nvSpPr>
        <p:spPr>
          <a:xfrm>
            <a:off x="7738533" y="4375150"/>
            <a:ext cx="2235200" cy="3852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sz="2000" b="1" dirty="0">
              <a:solidFill>
                <a:srgbClr val="A3001E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fr-SN" sz="2000" b="1" dirty="0">
                <a:solidFill>
                  <a:srgbClr val="A3001E"/>
                </a:solidFill>
                <a:effectLst/>
                <a:latin typeface="Arial" panose="020B0604020202020204" pitchFamily="34" charset="0"/>
              </a:rPr>
              <a:t>SERVICE</a:t>
            </a:r>
            <a:endParaRPr lang="fr-SN" sz="2000" dirty="0">
              <a:effectLst/>
            </a:endParaRPr>
          </a:p>
          <a:p>
            <a:pPr algn="ctr"/>
            <a:endParaRPr lang="fr-FR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234545-6227-A557-1584-CE79EAF822A9}"/>
              </a:ext>
            </a:extLst>
          </p:cNvPr>
          <p:cNvSpPr/>
          <p:nvPr/>
        </p:nvSpPr>
        <p:spPr>
          <a:xfrm>
            <a:off x="1504576" y="4357469"/>
            <a:ext cx="2235200" cy="3852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sz="2000" b="1" dirty="0">
              <a:solidFill>
                <a:srgbClr val="A3001E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fr-SN" sz="2000" b="1" dirty="0">
                <a:solidFill>
                  <a:srgbClr val="A3001E"/>
                </a:solidFill>
                <a:effectLst/>
                <a:latin typeface="Arial" panose="020B0604020202020204" pitchFamily="34" charset="0"/>
              </a:rPr>
              <a:t>SATISFACTION</a:t>
            </a:r>
            <a:endParaRPr lang="fr-SN" sz="2000" dirty="0">
              <a:effectLst/>
            </a:endParaRPr>
          </a:p>
          <a:p>
            <a:pPr algn="ctr"/>
            <a:endParaRPr lang="fr-FR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7FE8B4-C4A3-72D3-E282-2CAE539A7EE0}"/>
              </a:ext>
            </a:extLst>
          </p:cNvPr>
          <p:cNvSpPr/>
          <p:nvPr/>
        </p:nvSpPr>
        <p:spPr>
          <a:xfrm>
            <a:off x="4682067" y="5913718"/>
            <a:ext cx="2235200" cy="3852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sz="2000" b="1" dirty="0">
              <a:solidFill>
                <a:srgbClr val="A3001E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fr-SN" sz="2000" b="1" dirty="0">
                <a:solidFill>
                  <a:srgbClr val="A3001E"/>
                </a:solidFill>
                <a:latin typeface="Arial" panose="020B0604020202020204" pitchFamily="34" charset="0"/>
              </a:rPr>
              <a:t>SANTÉ</a:t>
            </a:r>
            <a:endParaRPr lang="fr-SN" sz="2000" dirty="0">
              <a:effectLst/>
            </a:endParaRPr>
          </a:p>
          <a:p>
            <a:pPr algn="ctr"/>
            <a:endParaRPr lang="fr-FR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CDCA983-CB9E-9032-9949-89C54246795D}"/>
              </a:ext>
            </a:extLst>
          </p:cNvPr>
          <p:cNvSpPr txBox="1"/>
          <p:nvPr/>
        </p:nvSpPr>
        <p:spPr>
          <a:xfrm>
            <a:off x="4698999" y="4391051"/>
            <a:ext cx="23367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SN" sz="1800" b="1" dirty="0">
                <a:effectLst/>
                <a:latin typeface="Arial" panose="020B0604020202020204" pitchFamily="34" charset="0"/>
              </a:rPr>
              <a:t>CONSOMMATEUR </a:t>
            </a:r>
            <a:endParaRPr lang="fr-SN" dirty="0">
              <a:effectLst/>
            </a:endParaRPr>
          </a:p>
        </p:txBody>
      </p: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05E5EA15-05FB-9AFC-873A-F1DDE6345EE1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5918200" y="2569633"/>
            <a:ext cx="0" cy="1663789"/>
          </a:xfrm>
          <a:prstGeom prst="straightConnector1">
            <a:avLst/>
          </a:prstGeom>
          <a:ln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E043C31F-0097-C28B-00A0-1AEE3255F700}"/>
              </a:ext>
            </a:extLst>
          </p:cNvPr>
          <p:cNvCxnSpPr>
            <a:cxnSpLocks/>
          </p:cNvCxnSpPr>
          <p:nvPr/>
        </p:nvCxnSpPr>
        <p:spPr>
          <a:xfrm>
            <a:off x="3739776" y="4567766"/>
            <a:ext cx="891491" cy="0"/>
          </a:xfrm>
          <a:prstGeom prst="straightConnector1">
            <a:avLst/>
          </a:prstGeom>
          <a:ln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702AD3CD-3D8D-E8A5-9A7B-20FC84352668}"/>
              </a:ext>
            </a:extLst>
          </p:cNvPr>
          <p:cNvCxnSpPr>
            <a:cxnSpLocks/>
          </p:cNvCxnSpPr>
          <p:nvPr/>
        </p:nvCxnSpPr>
        <p:spPr>
          <a:xfrm flipH="1">
            <a:off x="6866467" y="4567766"/>
            <a:ext cx="872066" cy="0"/>
          </a:xfrm>
          <a:prstGeom prst="straightConnector1">
            <a:avLst/>
          </a:prstGeom>
          <a:ln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A70C71FC-D5BA-C0DD-A9CB-514308E808AA}"/>
              </a:ext>
            </a:extLst>
          </p:cNvPr>
          <p:cNvCxnSpPr>
            <a:cxnSpLocks/>
          </p:cNvCxnSpPr>
          <p:nvPr/>
        </p:nvCxnSpPr>
        <p:spPr>
          <a:xfrm flipV="1">
            <a:off x="5918200" y="4776284"/>
            <a:ext cx="0" cy="1126975"/>
          </a:xfrm>
          <a:prstGeom prst="straightConnector1">
            <a:avLst/>
          </a:prstGeom>
          <a:ln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Bulle ronde 5">
            <a:extLst>
              <a:ext uri="{FF2B5EF4-FFF2-40B4-BE49-F238E27FC236}">
                <a16:creationId xmlns:a16="http://schemas.microsoft.com/office/drawing/2014/main" id="{3BEABE4D-E728-DEB4-8611-338DD093C312}"/>
              </a:ext>
            </a:extLst>
          </p:cNvPr>
          <p:cNvSpPr/>
          <p:nvPr/>
        </p:nvSpPr>
        <p:spPr>
          <a:xfrm rot="11227790">
            <a:off x="1596867" y="1240075"/>
            <a:ext cx="8405599" cy="5459685"/>
          </a:xfrm>
          <a:prstGeom prst="wedgeEllipseCallou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89977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ignalisation droite 7">
            <a:extLst>
              <a:ext uri="{FF2B5EF4-FFF2-40B4-BE49-F238E27FC236}">
                <a16:creationId xmlns:a16="http://schemas.microsoft.com/office/drawing/2014/main" id="{A4C5A798-0041-0099-CFA5-8830ED9A2ACE}"/>
              </a:ext>
            </a:extLst>
          </p:cNvPr>
          <p:cNvSpPr/>
          <p:nvPr/>
        </p:nvSpPr>
        <p:spPr>
          <a:xfrm>
            <a:off x="1808936" y="2811270"/>
            <a:ext cx="3473753" cy="1770045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Attentes des consommateurs : </a:t>
            </a:r>
          </a:p>
        </p:txBody>
      </p:sp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AF3A8D2E-F0E6-1293-86F0-8C7196281E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8027801"/>
              </p:ext>
            </p:extLst>
          </p:nvPr>
        </p:nvGraphicFramePr>
        <p:xfrm>
          <a:off x="6280264" y="550974"/>
          <a:ext cx="5295778" cy="5727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06928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ignalisation droite 2">
            <a:extLst>
              <a:ext uri="{FF2B5EF4-FFF2-40B4-BE49-F238E27FC236}">
                <a16:creationId xmlns:a16="http://schemas.microsoft.com/office/drawing/2014/main" id="{F4738E3E-BADE-7BBD-91C3-CAE39496137E}"/>
              </a:ext>
            </a:extLst>
          </p:cNvPr>
          <p:cNvSpPr/>
          <p:nvPr/>
        </p:nvSpPr>
        <p:spPr>
          <a:xfrm>
            <a:off x="965200" y="237067"/>
            <a:ext cx="4605867" cy="992632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Certification</a:t>
            </a:r>
          </a:p>
        </p:txBody>
      </p:sp>
      <p:sp>
        <p:nvSpPr>
          <p:cNvPr id="4" name="Signalisation droite 3">
            <a:extLst>
              <a:ext uri="{FF2B5EF4-FFF2-40B4-BE49-F238E27FC236}">
                <a16:creationId xmlns:a16="http://schemas.microsoft.com/office/drawing/2014/main" id="{C2526960-372B-BE37-1FA7-890D4CE7E444}"/>
              </a:ext>
            </a:extLst>
          </p:cNvPr>
          <p:cNvSpPr/>
          <p:nvPr/>
        </p:nvSpPr>
        <p:spPr>
          <a:xfrm>
            <a:off x="978647" y="237067"/>
            <a:ext cx="4605867" cy="992632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Certification qualité:</a:t>
            </a:r>
            <a:endParaRPr lang="fr-FR" sz="1400" dirty="0"/>
          </a:p>
        </p:txBody>
      </p:sp>
      <p:sp>
        <p:nvSpPr>
          <p:cNvPr id="9" name="Bulle ronde 8">
            <a:extLst>
              <a:ext uri="{FF2B5EF4-FFF2-40B4-BE49-F238E27FC236}">
                <a16:creationId xmlns:a16="http://schemas.microsoft.com/office/drawing/2014/main" id="{56889F9E-D683-7E4E-FD7D-6902526DE639}"/>
              </a:ext>
            </a:extLst>
          </p:cNvPr>
          <p:cNvSpPr/>
          <p:nvPr/>
        </p:nvSpPr>
        <p:spPr>
          <a:xfrm>
            <a:off x="4253946" y="1637380"/>
            <a:ext cx="6553200" cy="4385733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sz="2800" dirty="0">
              <a:effectLst/>
              <a:latin typeface="Calibri" panose="020F0502020204030204" pitchFamily="34" charset="0"/>
            </a:endParaRPr>
          </a:p>
          <a:p>
            <a:pPr algn="ctr"/>
            <a:r>
              <a:rPr lang="fr-SN" sz="2800" dirty="0">
                <a:effectLst/>
                <a:latin typeface="Calibri" panose="020F0502020204030204" pitchFamily="34" charset="0"/>
              </a:rPr>
              <a:t>Cette Assurance de la Qualité donne lieu à des </a:t>
            </a:r>
            <a:r>
              <a:rPr lang="fr-SN" sz="2800" b="1" dirty="0">
                <a:effectLst/>
                <a:latin typeface="Calibri" panose="020F0502020204030204" pitchFamily="34" charset="0"/>
              </a:rPr>
              <a:t>certifications</a:t>
            </a:r>
            <a:r>
              <a:rPr lang="fr-SN" sz="2800" dirty="0">
                <a:effectLst/>
                <a:latin typeface="Calibri" panose="020F0502020204030204" pitchFamily="34" charset="0"/>
              </a:rPr>
              <a:t>, effectuées par des </a:t>
            </a:r>
            <a:r>
              <a:rPr lang="fr-SN" sz="2800" b="1" dirty="0">
                <a:effectLst/>
                <a:latin typeface="Calibri" panose="020F0502020204030204" pitchFamily="34" charset="0"/>
              </a:rPr>
              <a:t>organismes neutres</a:t>
            </a:r>
            <a:r>
              <a:rPr lang="fr-SN" sz="2800" dirty="0">
                <a:effectLst/>
                <a:latin typeface="Calibri" panose="020F0502020204030204" pitchFamily="34" charset="0"/>
              </a:rPr>
              <a:t>, qui s’appliqueront aux Produits, aux Personnes, aux Services et aux Entreprises (Systèmes). Ex: Autorisation FRA</a:t>
            </a:r>
            <a:endParaRPr lang="fr-SN" sz="2800" dirty="0">
              <a:effectLst/>
            </a:endParaRPr>
          </a:p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60329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ignalisation droite 3">
            <a:extLst>
              <a:ext uri="{FF2B5EF4-FFF2-40B4-BE49-F238E27FC236}">
                <a16:creationId xmlns:a16="http://schemas.microsoft.com/office/drawing/2014/main" id="{5DA5E6D2-E396-8027-B1BF-E4A288DF2B4C}"/>
              </a:ext>
            </a:extLst>
          </p:cNvPr>
          <p:cNvSpPr/>
          <p:nvPr/>
        </p:nvSpPr>
        <p:spPr>
          <a:xfrm>
            <a:off x="2193167" y="2590984"/>
            <a:ext cx="7369642" cy="360848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 :</a:t>
            </a:r>
          </a:p>
        </p:txBody>
      </p:sp>
    </p:spTree>
    <p:extLst>
      <p:ext uri="{BB962C8B-B14F-4D97-AF65-F5344CB8AC3E}">
        <p14:creationId xmlns:p14="http://schemas.microsoft.com/office/powerpoint/2010/main" val="1359901377"/>
      </p:ext>
    </p:extLst>
  </p:cSld>
  <p:clrMapOvr>
    <a:masterClrMapping/>
  </p:clrMapOvr>
</p:sld>
</file>

<file path=ppt/theme/theme1.xml><?xml version="1.0" encoding="utf-8"?>
<a:theme xmlns:a="http://schemas.openxmlformats.org/drawingml/2006/main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{3A4C81A8-09C2-1D4E-BF4F-DDF8916BF473}tf10001120</Template>
  <TotalTime>46192</TotalTime>
  <Words>404</Words>
  <Application>Microsoft Macintosh PowerPoint</Application>
  <PresentationFormat>Grand écran</PresentationFormat>
  <Paragraphs>68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Arial</vt:lpstr>
      <vt:lpstr>ArialMT</vt:lpstr>
      <vt:lpstr>Calibri</vt:lpstr>
      <vt:lpstr>Gill Sans MT</vt:lpstr>
      <vt:lpstr>Wingdings</vt:lpstr>
      <vt:lpstr>Colis</vt:lpstr>
      <vt:lpstr>Gestion qualité</vt:lpstr>
      <vt:lpstr>Présentation PowerPoint</vt:lpstr>
      <vt:lpstr>Qu’est ce que la qualité ?</vt:lpstr>
      <vt:lpstr>Qu’est ce que la qualité ?</vt:lpstr>
      <vt:lpstr>Présentation PowerPoint</vt:lpstr>
      <vt:lpstr>Lors d’un processus de transformation agroalimentaire, les risques aigus peuvent survenir à différentes étapes si les bonnes pratiques d’hygiène et de sécurité ne sont pas respectés.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 qualité</dc:title>
  <dc:creator>Macbook </dc:creator>
  <cp:lastModifiedBy>Microsoft Office User</cp:lastModifiedBy>
  <cp:revision>16</cp:revision>
  <dcterms:created xsi:type="dcterms:W3CDTF">2024-02-20T17:46:43Z</dcterms:created>
  <dcterms:modified xsi:type="dcterms:W3CDTF">2023-01-06T15:27:09Z</dcterms:modified>
</cp:coreProperties>
</file>